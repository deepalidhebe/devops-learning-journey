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ADDC-5260-59DB-EC08-23B13B7E5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4A6A2-42DE-4AC1-3756-14D0ACCCC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FB26D-C698-7D23-DA08-980BEF3A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A7352-063B-E78F-4264-1B8ADEB3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28B74-3B44-3601-238C-19C94F6E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3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114A9-D173-4F40-CD0D-E385F8D21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ACBA1-35B6-3C5E-310E-D4399F68D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55B0F-DD0E-89DE-69F8-9962BBC6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5391F-1A4D-9B28-A645-A73648C7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79A11-B668-613A-A719-3C52063F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73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16B8-A73F-E8F2-1A28-AEF7ACCA7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17304-4481-BAAD-01A1-78A0ECC76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7392D-0D7C-42E8-D16C-4ADCF809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EE583-72C8-BA26-A8B0-98F9673A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54F1C-FA85-E528-3FFC-279B3CCA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02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09C6-80CE-B63E-06DC-3C3BA049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E058-BFD1-1455-E4BF-33966BDF8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B6F11-6618-B209-ABCD-EEC41070C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F8361-8A7B-6899-812A-FA8E9F5E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8D6F5-F7AD-9780-8B1F-D77A4D24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4A8E2-6571-4F4C-E086-DFEE97FE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2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1232-C34A-1597-1125-49FD9DFB1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ECE40-5D94-564F-A222-4A2AECAD9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D4AFF5-5916-5DBC-6C84-0EDC60805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D8F48-A6DF-1D12-9E54-6390AF8B5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7D830-5B40-A52D-E413-539B5D23A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77899-38B1-FBF1-F6E9-1AC61CBA7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67C20-1597-53E2-7083-8721D249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17E1E-CFF3-9A84-5080-360BF5E9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6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7BB20-B3D0-57DA-50E3-09493D3C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D9429-53B0-2E78-4BD1-B9745715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C4F64-FD8C-7460-DBA8-8338B8AA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36DD2-4668-6628-B776-A9BB049BD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9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8D6B5B-CC30-9CFC-6E20-62173FB8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38B92-DC0A-2166-1F19-82C39F656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AB6A0-B50F-D76C-2D26-6DF3CF77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1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EA23-A45F-9DAA-0F79-56485EB6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C3CE-088A-0258-22B6-63D2290B0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7E0C8-159B-C7D7-237C-5E310C57C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BF9BF-4DD2-B3DF-AD72-22FC4E98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7F7F7-F3F8-5E24-E3E0-F6C61DB62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CEC0D-432D-4C11-95C8-706FA255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7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3323-A416-23B3-694D-7BAC8296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CBD373-082A-B98E-1D09-5A1A64C83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E6952-5057-8AA3-F494-6169A80AD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30DCE-776A-579A-34C6-52430043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F98C5-DDEA-7B11-3639-E99F6A4EC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5B3CD-A158-5D77-CF5A-9D34B972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6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A01C-CF57-2FF9-8571-B0E3A062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96E97-2479-5F2F-CA2F-869D5ABC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DF131-4F32-8881-2B3F-2AE2D5070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B591A-7261-DAA7-7349-74E829DD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6DD89-537F-3850-4ACB-23D32580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7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D2817B-4333-A3A8-C074-1DAB3152F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6BDDE-2A98-944B-0518-A7387B337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7FCEE-F764-BB43-60CD-CE85AF02C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0EE8F-176D-0892-4942-6EB3C8E3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B6D5A-4362-5805-BEAB-AF69E697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3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C6F3CC-23EF-3C11-61D8-EB7DE7C81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C9F53-3C8A-A3B5-9E0D-C6F494CC5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91AA7-0097-9EF8-D35C-BC282540B4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402A4-0FC6-4E7E-B24F-48C26798079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98D9B-A511-0A37-B6E2-E0963A4F0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E0E30-5167-9C98-3BA6-A6805153B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DADD6-F2AE-493D-8089-6DB99B189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1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9D67D7-FCCD-EF4A-D87B-643144A88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56" y="639763"/>
            <a:ext cx="10268712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80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D35804-577D-31F8-3D5E-1D4A37EA7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56357"/>
            <a:ext cx="10515600" cy="532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86D6A5-3DC7-1681-315D-F80D4BD70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0392" y="685800"/>
            <a:ext cx="10570463" cy="549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8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4ABFD4-FBB6-3321-0E15-ED8F1531E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2376" y="630238"/>
            <a:ext cx="10744200" cy="554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25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Deepali D</dc:creator>
  <cp:lastModifiedBy>Deepali D</cp:lastModifiedBy>
  <cp:revision>1</cp:revision>
  <dcterms:created xsi:type="dcterms:W3CDTF">2026-04-07T10:12:02Z</dcterms:created>
  <dcterms:modified xsi:type="dcterms:W3CDTF">2026-04-07T10:12:21Z</dcterms:modified>
</cp:coreProperties>
</file>