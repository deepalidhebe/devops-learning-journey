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3C85-DEF0-F0F3-27F1-49FD52C77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33D38-59E8-97BB-7001-E67132A78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731A7-7A91-AF18-E203-D8B7556C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327C-AEF2-5921-14A7-9C9F9EC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1364E-2AD1-A0C9-6CFE-F039FB41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5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A61B-27DA-92E2-03FF-74C6EDFE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0CA2-C9A7-29C7-9638-0AFED5746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81B1A-D7CD-55AB-D137-0319D147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7A976-54A1-4839-DE9D-D535CD12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17640-0246-70D5-7A0D-D57B3839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2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60F1-7B13-EADE-4680-1CAB9866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78BCB-1B24-A1D5-782F-60FDC133D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CD5CF-BC24-85A8-4687-286852A6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8BE63-1A80-E8D4-B345-846D4367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EB93-19FA-F372-E592-F24FD603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7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F254-ABF2-D922-2355-A0191559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33F5-91F3-A312-B119-29478FAD6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32D97-9E00-0D4C-F4B7-F366E1B23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118F8-8D46-BEEE-1A77-A36678A6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E1F92-602F-1CCB-B00F-4FB43F8A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29ED4-8C93-3DC1-9751-73123889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3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60E-1BD5-C81C-9B7B-8AF5DEB4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8F809-EDD6-A827-DB98-DE083BF80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662E5-920A-A689-1544-E8EFB8C21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B2BBE-59A3-BCBA-18A1-0088DEAA3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A9BD9-7F1E-9FB2-E794-2CE00BF10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61CF2-B9B8-E83A-E7C0-C9CCD9D3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1CA65-A1F6-3FCB-4B84-6B7673D9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E2545-2D47-85D0-5B0F-89CC4B25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0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CE42-D3FF-67D5-E3F6-70EC5F0D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327DA-E929-3304-7C2D-D9631B22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3FA51-8191-9052-F44D-176B8224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7166B-2B6F-0059-BBD4-B7132A01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4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3A405-48FB-4252-6371-A444F00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E5E13-4B7B-351F-FCF7-BB9956170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6E0A1-4DB9-5221-AE92-A1EB386C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4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DB20-9881-FE4A-0873-6263BEC7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0214-6F65-59FB-3E34-E45FC091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0B309-8154-C55A-C061-04615E4A2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7E29D-1B0C-933E-BD9A-79B01A96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306D2-D05C-A524-BC72-954ED33F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10B92-9C0A-F68D-B7EE-C9EE3AD0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2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2BD2-3238-8EE2-1413-AE430ABD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BC682-5818-834E-4BB9-F7C81DDDA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FB78F-5AB0-82C7-FCFB-F56A28EE8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3B56C-ED92-DC52-BEBF-BEEB0C3A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7AEB-CC95-7FAB-8A06-AB472B94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32B47-786E-9EB4-0A1A-F5411EA2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6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162B-7482-BC72-BC7F-234B2020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AA515-2D88-9A7B-9180-4EFD77329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92BF9-445F-6A41-96C7-35BCC256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9283-9AF1-6831-C0CA-6430F296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B078-077B-706D-6DFC-043ACB4D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5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4C96B-0882-B594-9502-9A082B4B8D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43C1D-2036-8636-821E-4E4CECBFA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24016-FA33-A62A-9F06-46AC9046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560DC-1E03-B16A-6A2A-E3908C93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79BA5-FC68-DD18-74F4-79D5ED93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9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FA8D3-F50F-16D3-AF65-2EDDB6F1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32DC1-C75F-1EB5-BBDC-27CCBB80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0C0D-3DEF-5587-67F6-738E32597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E0E10-62E1-4BDD-97E2-18383BB10F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D2E48-AE95-E7B4-6D94-1B7DD08C1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1B228-D6F1-14BC-D08D-039DD211F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BD501-99A5-4FBD-989A-F81AE00A0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3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9484A4-3E4D-D07B-1A1F-41AF136F7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594360"/>
            <a:ext cx="10607040" cy="5751576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chemeClr val="accent1"/>
                </a:solidFill>
              </a:rPr>
              <a:t>Mob</a:t>
            </a:r>
            <a:r>
              <a:rPr lang="en-US" dirty="0">
                <a:solidFill>
                  <a:srgbClr val="00B050"/>
                </a:solidFill>
              </a:rPr>
              <a:t>aXt</a:t>
            </a:r>
            <a:r>
              <a:rPr lang="en-US" dirty="0">
                <a:solidFill>
                  <a:schemeClr val="accent2"/>
                </a:solidFill>
              </a:rPr>
              <a:t>erm </a:t>
            </a:r>
            <a:r>
              <a:rPr lang="en-US" dirty="0"/>
              <a:t>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CC1A4-24C0-3400-6CA6-ACF3ECB6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9824"/>
            <a:ext cx="10607039" cy="552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6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C767-0B18-A1B6-30E0-86484BCF8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21A67C-708B-230C-491F-AD24F04D5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594360"/>
            <a:ext cx="10607040" cy="5751576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7030A0"/>
                </a:solidFill>
              </a:rPr>
              <a:t>AWS </a:t>
            </a:r>
            <a:r>
              <a:rPr lang="en-US" dirty="0" err="1">
                <a:solidFill>
                  <a:srgbClr val="7030A0"/>
                </a:solidFill>
              </a:rPr>
              <a:t>CloudShell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EECA0-FE54-C572-6ECF-144798AE4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170432"/>
            <a:ext cx="10607040" cy="54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8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1B1A-D67F-5821-82DF-01A30F3B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590ACE-3A90-BAA3-DC06-A6B1E4717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594360"/>
            <a:ext cx="10607040" cy="5751576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7030A0"/>
                </a:solidFill>
              </a:rPr>
              <a:t>EC2 Serial Console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E35E4-964E-4959-DF71-94CD4C41F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06424"/>
            <a:ext cx="10607039" cy="550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1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Deepali D</dc:creator>
  <cp:lastModifiedBy>Deepali D</cp:lastModifiedBy>
  <cp:revision>1</cp:revision>
  <dcterms:created xsi:type="dcterms:W3CDTF">2026-04-08T11:15:54Z</dcterms:created>
  <dcterms:modified xsi:type="dcterms:W3CDTF">2026-04-08T11:28:33Z</dcterms:modified>
</cp:coreProperties>
</file>