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ali D" userId="4f68a30e27ec2adc" providerId="LiveId" clId="{C38517C3-75FE-4F56-B085-4273F87C3353}"/>
    <pc:docChg chg="modSld">
      <pc:chgData name="Deepali D" userId="4f68a30e27ec2adc" providerId="LiveId" clId="{C38517C3-75FE-4F56-B085-4273F87C3353}" dt="2026-04-09T14:28:49.877" v="5" actId="14100"/>
      <pc:docMkLst>
        <pc:docMk/>
      </pc:docMkLst>
      <pc:sldChg chg="modSp mod">
        <pc:chgData name="Deepali D" userId="4f68a30e27ec2adc" providerId="LiveId" clId="{C38517C3-75FE-4F56-B085-4273F87C3353}" dt="2026-04-09T14:28:49.877" v="5" actId="14100"/>
        <pc:sldMkLst>
          <pc:docMk/>
          <pc:sldMk cId="4079315785" sldId="259"/>
        </pc:sldMkLst>
        <pc:spChg chg="mod">
          <ac:chgData name="Deepali D" userId="4f68a30e27ec2adc" providerId="LiveId" clId="{C38517C3-75FE-4F56-B085-4273F87C3353}" dt="2026-04-09T14:28:39.358" v="3" actId="1035"/>
          <ac:spMkLst>
            <pc:docMk/>
            <pc:sldMk cId="4079315785" sldId="259"/>
            <ac:spMk id="2" creationId="{A48920E7-7510-FE6B-136B-4B7DC9E7B5F0}"/>
          </ac:spMkLst>
        </pc:spChg>
        <pc:picChg chg="mod">
          <ac:chgData name="Deepali D" userId="4f68a30e27ec2adc" providerId="LiveId" clId="{C38517C3-75FE-4F56-B085-4273F87C3353}" dt="2026-04-09T14:28:49.877" v="5" actId="14100"/>
          <ac:picMkLst>
            <pc:docMk/>
            <pc:sldMk cId="4079315785" sldId="259"/>
            <ac:picMk id="4" creationId="{C859E441-EE0D-54E0-AFBA-85AB83260103}"/>
          </ac:picMkLst>
        </pc:picChg>
      </pc:sldChg>
      <pc:sldChg chg="modSp mod">
        <pc:chgData name="Deepali D" userId="4f68a30e27ec2adc" providerId="LiveId" clId="{C38517C3-75FE-4F56-B085-4273F87C3353}" dt="2026-04-09T14:28:23.685" v="1" actId="1076"/>
        <pc:sldMkLst>
          <pc:docMk/>
          <pc:sldMk cId="103240224" sldId="260"/>
        </pc:sldMkLst>
        <pc:spChg chg="mod">
          <ac:chgData name="Deepali D" userId="4f68a30e27ec2adc" providerId="LiveId" clId="{C38517C3-75FE-4F56-B085-4273F87C3353}" dt="2026-04-09T14:28:23.685" v="1" actId="1076"/>
          <ac:spMkLst>
            <pc:docMk/>
            <pc:sldMk cId="103240224" sldId="260"/>
            <ac:spMk id="2" creationId="{5EF63785-81BD-B299-44DA-4FCC67BA3F5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CCD35-F703-BC2F-B44C-008D1696B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D7F3DE-1A68-1D38-C02A-37D4B51E2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B21C7-B517-711C-F8BF-1DDA1CCF3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D52D3-ADB5-4050-80CE-4AFC33341DF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DF452-DBB7-640B-5C6D-D25B09695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660F7-3F9D-F447-4F88-49B8BAE56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6A0CF-5C82-443D-B616-D15A6EC4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073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BA3BE-F9B3-EF5B-B5BB-E707E1902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464C3-1ECF-9476-2E8A-623076BB1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BF8C7-FAFC-A9BF-B15C-35C75C49F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D52D3-ADB5-4050-80CE-4AFC33341DF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95472-1C0D-E7C4-6D01-DF21C9714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AA9F5-E2CA-D1F1-213D-79A2B2298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6A0CF-5C82-443D-B616-D15A6EC4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768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179F2-2325-7343-3993-8C797572C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69773-CAF2-6A84-A3B9-C5DBEF1C2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6800B-09AC-4C2B-3DDA-463A5F8F4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D52D3-ADB5-4050-80CE-4AFC33341DF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08C27-4136-0BDD-3A9C-95DB473F5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0F285-2DF2-46F6-883E-E718226C1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6A0CF-5C82-443D-B616-D15A6EC4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809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1E1AB-1E4A-E0C6-EB05-A7271D4FB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5783F-A904-D2BA-16E7-06AB9A8AA7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92CD04-E8F3-22CA-5C76-2B27A61156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95148E-F224-5016-9638-1386C910C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D52D3-ADB5-4050-80CE-4AFC33341DF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C618AA-D9BC-40CE-F78B-5AD48424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A0B5C6-87E9-DB4D-3986-4895C4FE1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6A0CF-5C82-443D-B616-D15A6EC4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49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DD2DF-23AD-6134-33F1-33EE9220E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03955A-2FCF-366D-2395-166844C1D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F71CD-AC2B-3B1E-A72A-2F665C070E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BA34F-0061-C5E6-E8DD-CB3D2DD859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D5ABEA-1591-D82A-FD61-368D7E793C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F9B49D-14C8-1752-85DC-74F032F25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D52D3-ADB5-4050-80CE-4AFC33341DF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B3C23C-1B3F-AD36-8F6A-892982282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FA5B2F-C314-8AC4-6EEE-356EF6721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6A0CF-5C82-443D-B616-D15A6EC4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280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E976D-06CA-1241-B63A-C073F21BB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12513E-98F4-0740-AB77-36DA6F320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D52D3-ADB5-4050-80CE-4AFC33341DF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612B60-9600-A60F-EC7A-97EA30A8F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3F67D5-1179-E788-1DA6-987E3A2D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6A0CF-5C82-443D-B616-D15A6EC4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745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66E219-70A3-11FF-60D9-D41786149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D52D3-ADB5-4050-80CE-4AFC33341DF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6D7DD7-7092-438D-C561-70FFE9B4F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42919-2029-9980-3934-B2E74150A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6A0CF-5C82-443D-B616-D15A6EC4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090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C5E86-5864-2A12-91FE-5DDEFE0F2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26F03-2931-C127-06D3-A0FF5B0A7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F9DDB0-0773-96D2-D734-E9CD3F7499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9BD03F-D56A-0783-6C80-BCF32E5D4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D52D3-ADB5-4050-80CE-4AFC33341DF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C29C9B-6AFA-E7FE-B859-4735839B7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2C3617-7ED8-A7DF-17C9-FA8D6DFCF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6A0CF-5C82-443D-B616-D15A6EC4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803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87B37-1B9D-DE3E-93DF-0F460ADC9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85DFAA-3B9D-8586-8E81-F72C7508D5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A7E77C-A5A6-CADC-EFC3-7606852E8B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BD7556-A7A2-59F3-C7A1-A12B07029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D52D3-ADB5-4050-80CE-4AFC33341DF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79B1B7-1B60-CB5D-468E-F86527C7C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38A51D-ABF6-3D0F-D710-B86C1F729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6A0CF-5C82-443D-B616-D15A6EC4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97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9673F-FBEA-6F81-B628-DB5A8D580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3847C9-DFB7-9BB4-D754-DE9EBE47A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55664-CFEC-8DB1-3001-2803E28C7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D52D3-ADB5-4050-80CE-4AFC33341DF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95E2B-8768-AFA8-3F55-A2E2547BD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F656D-C24D-8C09-94A9-8EBFDEFD6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6A0CF-5C82-443D-B616-D15A6EC4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21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EE084F-12EE-2723-FF2D-49ED6E3C0E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5AFA3F-4A92-0517-E224-916BDD3D2C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5B9B6-2A72-C40B-2162-22F46A5E1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D52D3-ADB5-4050-80CE-4AFC33341DF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42F63-9CBA-8081-8594-AAAB18E96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63990-215F-6517-9536-280F4491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6A0CF-5C82-443D-B616-D15A6EC4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754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F48DD8-1364-7AB5-2E84-517B0F22B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88E82-C94D-7EFE-B085-EFBAD7C6F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D7AD3-FE02-7D5E-513D-B26B5337BA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D52D3-ADB5-4050-80CE-4AFC33341DF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A9428-9EE4-2050-C145-26E3D0DC9F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882A7-8249-2167-8C51-D1CDE5D69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56A0CF-5C82-443D-B616-D15A6EC4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014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4C9E4-0809-8693-3A8F-F57951520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6163"/>
          </a:xfrm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How to Install AWS CLI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FE440-D25A-7E11-C9A5-4EC8BB8E6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5296"/>
            <a:ext cx="10515600" cy="4951667"/>
          </a:xfrm>
        </p:spPr>
        <p:txBody>
          <a:bodyPr/>
          <a:lstStyle/>
          <a:p>
            <a:r>
              <a:rPr lang="en-US" sz="1800" dirty="0" err="1"/>
              <a:t>sudo</a:t>
            </a:r>
            <a:r>
              <a:rPr lang="en-US" sz="1800" dirty="0"/>
              <a:t> apt install </a:t>
            </a:r>
            <a:r>
              <a:rPr lang="en-US" sz="1800" dirty="0" err="1"/>
              <a:t>awscli</a:t>
            </a:r>
            <a:endParaRPr lang="en-US" sz="1800" dirty="0"/>
          </a:p>
          <a:p>
            <a:r>
              <a:rPr lang="en-US" sz="1800" dirty="0" err="1"/>
              <a:t>sudo</a:t>
            </a:r>
            <a:r>
              <a:rPr lang="en-US" sz="1800" dirty="0"/>
              <a:t> apt update</a:t>
            </a:r>
          </a:p>
          <a:p>
            <a:r>
              <a:rPr lang="es-ES" sz="1800" dirty="0"/>
              <a:t>sudo </a:t>
            </a:r>
            <a:r>
              <a:rPr lang="es-ES" sz="1800" dirty="0" err="1"/>
              <a:t>apt</a:t>
            </a:r>
            <a:r>
              <a:rPr lang="es-ES" sz="1800" dirty="0"/>
              <a:t> </a:t>
            </a:r>
            <a:r>
              <a:rPr lang="es-ES" sz="1800" dirty="0" err="1"/>
              <a:t>install</a:t>
            </a:r>
            <a:r>
              <a:rPr lang="es-ES" sz="1800" dirty="0"/>
              <a:t> </a:t>
            </a:r>
            <a:r>
              <a:rPr lang="es-ES" sz="1800" dirty="0" err="1"/>
              <a:t>unzip</a:t>
            </a:r>
            <a:r>
              <a:rPr lang="es-ES" sz="1800" dirty="0"/>
              <a:t> -y</a:t>
            </a:r>
            <a:endParaRPr lang="en-US" sz="1800" dirty="0"/>
          </a:p>
          <a:p>
            <a:r>
              <a:rPr lang="en-US" sz="1800" dirty="0"/>
              <a:t>curl "https://awscli.amazonaws.com/awscli-exe-linux-x86_64.zip" -o "awscliv2.zip“</a:t>
            </a:r>
          </a:p>
          <a:p>
            <a:r>
              <a:rPr lang="en-US" sz="1800" dirty="0"/>
              <a:t>unzip awscliv2.zip</a:t>
            </a:r>
          </a:p>
          <a:p>
            <a:r>
              <a:rPr lang="en-US" sz="1800" dirty="0" err="1"/>
              <a:t>sudo</a:t>
            </a:r>
            <a:r>
              <a:rPr lang="en-US" sz="1800" dirty="0"/>
              <a:t> ./aws/install</a:t>
            </a:r>
          </a:p>
          <a:p>
            <a:r>
              <a:rPr lang="en-US" sz="1800" dirty="0"/>
              <a:t>aws --version</a:t>
            </a:r>
          </a:p>
          <a:p>
            <a:pPr marL="457200" lvl="1" indent="0">
              <a:buNone/>
            </a:pPr>
            <a:endParaRPr lang="en-US" sz="1400" dirty="0"/>
          </a:p>
          <a:p>
            <a:endParaRPr lang="en-US" sz="1800" dirty="0"/>
          </a:p>
          <a:p>
            <a:r>
              <a:rPr lang="en-US" sz="1800" dirty="0"/>
              <a:t>aws configure</a:t>
            </a:r>
          </a:p>
          <a:p>
            <a:pPr marL="457200" lvl="1" indent="0">
              <a:buNone/>
            </a:pPr>
            <a:endParaRPr lang="en-US" sz="1400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6E7203-963F-3E13-FCCF-4473DC7E5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745" y="3868820"/>
            <a:ext cx="7611351" cy="4946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3F315A-1DFB-E95A-B608-792AF6DFA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745" y="4920351"/>
            <a:ext cx="7612695" cy="1424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070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D941C-1445-17CA-1A18-950352BDB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63785-81BD-B299-44DA-4FCC67BA3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685"/>
            <a:ext cx="10515600" cy="796163"/>
          </a:xfrm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How to Create Access Keys on AWS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BDF5A-A54C-D95C-4F7E-DF68F2A75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3000"/>
            <a:ext cx="10515600" cy="5299139"/>
          </a:xfrm>
        </p:spPr>
        <p:txBody>
          <a:bodyPr>
            <a:normAutofit fontScale="92500" lnSpcReduction="10000"/>
          </a:bodyPr>
          <a:lstStyle/>
          <a:p>
            <a:r>
              <a:rPr lang="en-US" sz="1800" dirty="0"/>
              <a:t>Go to IAM &gt; Security Credentials &gt; Access Keys &gt; Create Access Key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Acknowledge the message and select – Create Access Key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sz="1800" dirty="0"/>
              <a:t>Copy the Access key and Secret Access Key to somewhere – can be used while configuring AWS.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664E4D-0C69-21D9-F58C-FDFD6735A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551629"/>
            <a:ext cx="5678424" cy="21699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9FF8A5-F969-47C8-7468-13D0FFBB9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200573"/>
            <a:ext cx="5678424" cy="1587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40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920E7-7510-FE6B-136B-4B7DC9E7B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73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How to Create/Delete S3 Buckets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859E441-EE0D-54E0-AFBA-85AB832601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43584"/>
            <a:ext cx="10515600" cy="508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315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107</Words>
  <Application>Microsoft Office PowerPoint</Application>
  <PresentationFormat>Widescreen</PresentationFormat>
  <Paragraphs>26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How to Install AWS CLI</vt:lpstr>
      <vt:lpstr>How to Create Access Keys on AWS</vt:lpstr>
      <vt:lpstr>How to Create/Delete S3 Buckets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Deepali D</dc:creator>
  <cp:lastModifiedBy>Deepali D</cp:lastModifiedBy>
  <cp:revision>1</cp:revision>
  <dcterms:created xsi:type="dcterms:W3CDTF">2026-04-09T14:19:01Z</dcterms:created>
  <dcterms:modified xsi:type="dcterms:W3CDTF">2026-04-09T14:28:57Z</dcterms:modified>
</cp:coreProperties>
</file>