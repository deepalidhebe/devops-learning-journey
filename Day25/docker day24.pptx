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96EC2-4FA3-1917-9F13-1A13561DF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97A40-2BD8-C655-7E86-5559C0CB1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C119A-52EE-7AE3-B9B4-6379789A7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59F8-0D55-46BF-B7EE-8A44957BD16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F51DA-23F6-CFBE-459A-228EC8A25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ABBE9-1701-1813-5BD3-4F3293CC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7DC6F-0481-4AAC-9EB2-E894637C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11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278C-83F3-FB92-E767-2BA99D7AD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76C08-1EC9-6AF7-B5AF-7C72B2A14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C1954-EEC1-3B27-6D66-F32F3544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59F8-0D55-46BF-B7EE-8A44957BD16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855DC-5390-9B33-065E-78C99A214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4E642-B9E8-2392-F3D5-8240E8FA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7DC6F-0481-4AAC-9EB2-E894637C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786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902B-62AB-1E70-D6EE-26B4515F7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002E0-9C53-FCC6-80B5-61278E0B2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FED4A-9B9A-1FEB-1BCF-66E3812DA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59F8-0D55-46BF-B7EE-8A44957BD16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0E2C-5FD6-8E9B-70CE-2C1494E49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4E531-7C76-4CF3-D995-18F51C87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7DC6F-0481-4AAC-9EB2-E894637C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39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39BCD-C11E-7B28-7BD6-A2655BBCB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3A4FD-F155-FB27-096D-CA4BE845C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E8EA6-5903-70EE-AA2A-7EFD748C8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8441C-A6BA-E6DB-5825-FB5135D33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59F8-0D55-46BF-B7EE-8A44957BD16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E5F59-2D1D-10C6-6FE1-B1E882D2F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2B735-1D9F-DF84-7E3E-9785BE2C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7DC6F-0481-4AAC-9EB2-E894637C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79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3AC5-0CCA-9DBA-EF25-C1391C00F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3FB6A-C960-0249-74FB-32ADA2A61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0672E-D7DE-48F3-19D4-3D50D6169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7E6EB9-CC38-3275-1C96-08A26FE5A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29A6FC-3A5A-6DC1-940E-1DAE3EF1B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CB63E-AA83-640A-581A-BEE70D28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59F8-0D55-46BF-B7EE-8A44957BD16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602AE2-ACDF-7442-A453-01FDFBE0A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325205-164C-CA08-6BEC-68B7A0112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7DC6F-0481-4AAC-9EB2-E894637C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8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FA06-AAE6-2A77-72B5-102CFA83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19AED6-BB00-DBF1-A32E-6E94E28E4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59F8-0D55-46BF-B7EE-8A44957BD16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D8244-FCAB-B9B8-ADE2-1593715E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53372-157C-6728-88C0-16B23641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7DC6F-0481-4AAC-9EB2-E894637C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49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11C889-21DC-F2C6-310A-24C651521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59F8-0D55-46BF-B7EE-8A44957BD16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AAB18-88A0-7CD8-7CB7-FE890AAF0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1998B-A59A-AFCE-3CB9-83990FA4A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7DC6F-0481-4AAC-9EB2-E894637C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0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7A44-087D-15F6-C59A-E335D175B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7351C-540B-53FF-22D2-34F317689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0FBD8-9401-8013-6D24-3881ED10E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25B43-CC6C-5B04-2723-6D0B886F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59F8-0D55-46BF-B7EE-8A44957BD16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D2D20-F037-69E5-AC0E-6904B1F36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06A55-7AD7-274B-ED9A-F8C14AB5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7DC6F-0481-4AAC-9EB2-E894637C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10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0171-F829-6ECC-6CA5-56F149ECD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E8BA5-F71B-0111-4451-369BCA4D6C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A82D0-6BD9-CBE7-2CED-D68C9FB6D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1E5C9-2452-C281-880C-A7530293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59F8-0D55-46BF-B7EE-8A44957BD16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BCD02-C8DE-7562-5137-538B8B70C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3315A1-E4B3-E16E-2F1E-0ABF497FA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7DC6F-0481-4AAC-9EB2-E894637C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14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F303-A6A6-57DB-32E9-83E562164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252FA-0680-8B24-7CEC-BB16AA7B9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EBD7C-7B1A-42ED-F7A9-1C7A8E332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59F8-0D55-46BF-B7EE-8A44957BD16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7BF97-AF83-B515-99AE-3B1F1A9C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FB39A-FB2E-0291-78B2-10EB8868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7DC6F-0481-4AAC-9EB2-E894637C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71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732EC-9C15-B25A-093A-0EEAD9A475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810D00-72BD-8F97-E3FB-04102269F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203A0-E75F-C086-61CB-D0B1247EF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59F8-0D55-46BF-B7EE-8A44957BD16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4555D-DF17-613E-8BD4-38871B3A0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0F158-5435-E7DF-82E7-F50D0303B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7DC6F-0481-4AAC-9EB2-E894637C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7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52CCE7-45EB-4E24-C7E7-D06D5BF04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89F74-CB74-3BA6-35B4-B65A59603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C1490-7E75-CD50-9815-237536510F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E59F8-0D55-46BF-B7EE-8A44957BD16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D7270-1172-A9D7-B48B-0CFB72A07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F3303-D131-DE9B-A0C8-352841D29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7DC6F-0481-4AAC-9EB2-E894637C0CF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7FF797-3C0B-7425-2007-69577A2CA4B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4540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1694844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59C6D9-4DE7-14B9-8F3C-F8B2F08641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168" y="241126"/>
            <a:ext cx="11871664" cy="637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845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7327B-1B78-2EFE-05F7-643485E7A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756" y="621322"/>
            <a:ext cx="9144000" cy="643807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Without Multistage – </a:t>
            </a:r>
            <a:r>
              <a:rPr lang="en-US" sz="2800" b="1" dirty="0">
                <a:solidFill>
                  <a:srgbClr val="FF0000"/>
                </a:solidFill>
              </a:rPr>
              <a:t>248 MB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C3DDA-1205-1FED-8E86-94EBFFCB0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762" y="2601119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After building with Multistage – </a:t>
            </a:r>
            <a:r>
              <a:rPr lang="en-US" sz="2800" b="1" dirty="0">
                <a:solidFill>
                  <a:schemeClr val="accent6"/>
                </a:solidFill>
              </a:rPr>
              <a:t>1.47 MB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77FF50-45D6-10EB-8DF4-E37A8D7F4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62" y="1460087"/>
            <a:ext cx="10050278" cy="857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76FD00-67E3-079A-88C7-F024297C9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62" y="3189932"/>
            <a:ext cx="9972814" cy="135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501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6971-539D-84A0-80AA-0809FED6D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727521" cy="624431"/>
          </a:xfrm>
        </p:spPr>
        <p:txBody>
          <a:bodyPr>
            <a:normAutofit/>
          </a:bodyPr>
          <a:lstStyle/>
          <a:p>
            <a:r>
              <a:rPr lang="en-US" sz="2800" dirty="0"/>
              <a:t>Docker file with Multistage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58F834-75B9-1B02-8A87-A6F562E05D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5319" y="989556"/>
            <a:ext cx="9812270" cy="569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8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27582-CDCE-BEA5-9D61-19C101070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165932" cy="599379"/>
          </a:xfrm>
        </p:spPr>
        <p:txBody>
          <a:bodyPr>
            <a:normAutofit/>
          </a:bodyPr>
          <a:lstStyle/>
          <a:p>
            <a:r>
              <a:rPr lang="en-US" sz="2800" dirty="0"/>
              <a:t>Docker file without Multistage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68D803-9D1B-065E-579A-A9F75BDFC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30" y="964504"/>
            <a:ext cx="10391670" cy="274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50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359f705-2ba0-454b-9cfc-6ce5bcaac040}" enabled="1" method="Standard" siteId="{68283f3b-8487-4c86-adb3-a5228f18b893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Without Multistage – 248 MB</vt:lpstr>
      <vt:lpstr>Docker file with Multistage</vt:lpstr>
      <vt:lpstr>Docker file without Multistage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Deepali Dhebe, Vodafone</dc:creator>
  <cp:lastModifiedBy>Deepali Dhebe, Vodafone</cp:lastModifiedBy>
  <cp:revision>1</cp:revision>
  <dcterms:created xsi:type="dcterms:W3CDTF">2026-05-15T10:36:14Z</dcterms:created>
  <dcterms:modified xsi:type="dcterms:W3CDTF">2026-05-15T10:45:13Z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C2 General</vt:lpwstr>
  </property>
</Properties>
</file>