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1"/>
  </p:sldMasterIdLst>
  <p:sldIdLst>
    <p:sldId id="314" r:id="rId2"/>
    <p:sldId id="315" r:id="rId3"/>
    <p:sldId id="316" r:id="rId4"/>
    <p:sldId id="317" r:id="rId5"/>
    <p:sldId id="318" r:id="rId6"/>
    <p:sldId id="319" r:id="rId7"/>
    <p:sldId id="320" r:id="rId8"/>
    <p:sldId id="32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li Dhebe, Vodafone" userId="d4cf5888-b162-452f-a7b8-ebc297e34b5e" providerId="ADAL" clId="{BDD14090-ADD6-4ECD-9589-43C3E64CBC45}"/>
    <pc:docChg chg="modSld">
      <pc:chgData name="Deepali Dhebe, Vodafone" userId="d4cf5888-b162-452f-a7b8-ebc297e34b5e" providerId="ADAL" clId="{BDD14090-ADD6-4ECD-9589-43C3E64CBC45}" dt="2026-05-15T08:23:14.170" v="1" actId="20577"/>
      <pc:docMkLst>
        <pc:docMk/>
      </pc:docMkLst>
      <pc:sldChg chg="modSp mod">
        <pc:chgData name="Deepali Dhebe, Vodafone" userId="d4cf5888-b162-452f-a7b8-ebc297e34b5e" providerId="ADAL" clId="{BDD14090-ADD6-4ECD-9589-43C3E64CBC45}" dt="2026-05-15T08:23:14.170" v="1" actId="20577"/>
        <pc:sldMkLst>
          <pc:docMk/>
          <pc:sldMk cId="164471743" sldId="314"/>
        </pc:sldMkLst>
        <pc:spChg chg="mod">
          <ac:chgData name="Deepali Dhebe, Vodafone" userId="d4cf5888-b162-452f-a7b8-ebc297e34b5e" providerId="ADAL" clId="{BDD14090-ADD6-4ECD-9589-43C3E64CBC45}" dt="2026-05-15T08:23:14.170" v="1" actId="20577"/>
          <ac:spMkLst>
            <pc:docMk/>
            <pc:sldMk cId="164471743" sldId="314"/>
            <ac:spMk id="2" creationId="{A3E7E1DC-B4B3-3A15-B197-6A325D5BFBF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25/7/colors/Standard Color_2#48">
  <dgm:title val="Standard Color 2"/>
  <dgm:desc val=""/>
  <dgm:catLst>
    <dgm:cat type="accent1" pri="2"/>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node2">
    <dgm:fillClrLst meth="repeat">
      <a:schemeClr val="lt1">
        <a:alpha val="0"/>
      </a:schemeClr>
    </dgm:fillClrLst>
    <dgm:linClrLst meth="repeat">
      <a:schemeClr val="tx2">
        <a:alpha val="40000"/>
      </a:schemeClr>
    </dgm:linClrLst>
    <dgm:effectClrLst/>
    <dgm:txLinClrLst/>
    <dgm:txFillClrLst meth="repeat">
      <a:schemeClr val="dk1"/>
    </dgm:txFillClrLst>
    <dgm:txEffectClrLst/>
  </dgm:styleLbl>
  <dgm:styleLbl name="node3">
    <dgm:fillClrLst meth="repeat">
      <a:schemeClr val="lt1">
        <a:alpha val="0"/>
      </a:schemeClr>
    </dgm:fillClrLst>
    <dgm:linClrLst meth="repeat">
      <a:schemeClr val="lt1">
        <a:alpha val="0"/>
      </a:schemeClr>
    </dgm:linClrLst>
    <dgm:effectClrLst/>
    <dgm:txLinClrLst/>
    <dgm:txFillClrLst/>
    <dgm:txEffectClrLst/>
  </dgm:styleLbl>
  <dgm:styleLbl name="bgImgPlace1">
    <dgm:fillClrLst meth="repeat">
      <a:schemeClr val="accent1">
        <a:lumMod val="20000"/>
        <a:lumOff val="80000"/>
      </a:schemeClr>
    </dgm:fillClrLst>
    <dgm:linClrLst meth="repeat">
      <a:schemeClr val="accent1">
        <a:alpha val="0"/>
      </a:schemeClr>
    </dgm:linClrLst>
    <dgm:effectClrLst/>
    <dgm:txLinClrLst/>
    <dgm:txFillClrLst meth="repeat">
      <a:schemeClr val="bg2"/>
    </dgm:txFillClrLst>
    <dgm:txEffectClrLst/>
  </dgm:styleLbl>
  <dgm:styleLbl name="fgImgPlace1">
    <dgm:fillClrLst meth="repeat">
      <a:schemeClr val="accent1"/>
    </dgm:fillClrLst>
    <dgm:linClrLst meth="repeat">
      <a:schemeClr val="lt1">
        <a:alpha val="0"/>
      </a:schemeClr>
    </dgm:linClrLst>
    <dgm:effectClrLst/>
    <dgm:txLinClrLst/>
    <dgm:txFillClrLst meth="repeat">
      <a:schemeClr val="tx2"/>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styleLbl name="solidBgAcc1">
    <dgm:fillClrLst meth="repeat">
      <a:schemeClr val="accent1">
        <a:alpha val="10000"/>
      </a:schemeClr>
    </dgm:fillClrLst>
    <dgm:linClrLst meth="repeat">
      <a:schemeClr val="tx2">
        <a:alpha val="40000"/>
      </a:schemeClr>
    </dgm:linClrLst>
    <dgm:effectClrLst/>
    <dgm:txLinClrLst/>
    <dgm:txFillClrLst meth="repeat">
      <a:schemeClr val="bg2"/>
    </dgm:txFillClrLst>
    <dgm:txEffectClrLst/>
  </dgm:styleLbl>
  <dgm:styleLbl name="callout">
    <dgm:fillClrLst meth="repeat">
      <a:schemeClr val="tx2">
        <a:alpha val="40000"/>
      </a:schemeClr>
    </dgm:fillClrLst>
    <dgm:linClrLst meth="repeat">
      <a:schemeClr val="tx2">
        <a:alpha val="40000"/>
      </a:schemeClr>
    </dgm:linClrLst>
    <dgm:effectClrLst/>
    <dgm:txLinClrLst/>
    <dgm:txFillClrLst meth="repeat">
      <a:schemeClr val="tx1"/>
    </dgm:txFillClrLst>
    <dgm:txEffectClrLst/>
  </dgm:styleLbl>
  <dgm:styleLbl name="trBgShp">
    <dgm:fillClrLst meth="repeat">
      <a:schemeClr val="accent1">
        <a:lumMod val="20000"/>
        <a:lumOff val="80000"/>
      </a:schemeClr>
    </dgm:fillClrLst>
    <dgm:linClrLst meth="repeat">
      <a:schemeClr val="accent1"/>
    </dgm:linClrLst>
    <dgm:effectClrLst/>
    <dgm:txLinClrLst/>
    <dgm:txFillClrLst meth="repeat">
      <a:schemeClr val="tx1"/>
    </dgm:txFillClrLst>
    <dgm:txEffectClrLst/>
  </dgm:styleLbl>
  <dgm:styleLbl name="fgAcc1">
    <dgm:fillClrLst meth="repeat">
      <a:schemeClr val="accent1"/>
    </dgm:fillClrLst>
    <dgm:linClrLst meth="repeat">
      <a:schemeClr val="accent1"/>
    </dgm:linClrLst>
    <dgm:effectClrLst/>
    <dgm:txLinClrLst/>
    <dgm:txFillClrLst meth="repeat">
      <a:schemeClr val="tx1"/>
    </dgm:txFillClrLst>
    <dgm:txEffectClrLst/>
  </dgm:styleLbl>
  <dgm:styleLbl name="bgAcc1">
    <dgm:fillClrLst meth="repeat">
      <a:schemeClr val="accent1"/>
    </dgm:fillClrLst>
    <dgm:linClrLst meth="repeat">
      <a:schemeClr val="lt1">
        <a:alpha val="0"/>
      </a:schemeClr>
    </dgm:linClrLst>
    <dgm:effectClrLst/>
    <dgm:txLinClrLst/>
    <dgm:txFillClrLst meth="repeat">
      <a:schemeClr val="tx2"/>
    </dgm:txFillClrLst>
    <dgm:txEffectClrLst/>
  </dgm:styleLbl>
  <dgm:styleLbl name="alignAcc1">
    <dgm:fillClrLst meth="repeat">
      <a:schemeClr val="accent1"/>
    </dgm:fillClrLst>
    <dgm:linClrLst meth="repeat">
      <a:schemeClr val="accent1"/>
    </dgm:linClrLst>
    <dgm:effectClrLst/>
    <dgm:txLinClrLst/>
    <dgm:txFillClrLst meth="repeat">
      <a:schemeClr val="accent1">
        <a:lumMod val="20000"/>
        <a:lumOff val="80000"/>
      </a:schemeClr>
    </dgm:txFillClrLst>
    <dgm:txEffectClrLst/>
  </dgm:styleLbl>
  <dgm:styleLbl name="conFgAcc1">
    <dgm:fillClrLst meth="repeat">
      <a:schemeClr val="accent1">
        <a:alpha val="10000"/>
      </a:schemeClr>
    </dgm:fillClrLst>
    <dgm:linClrLst meth="repeat">
      <a:schemeClr val="accent1">
        <a:alpha val="0"/>
      </a:schemeClr>
    </dgm:linClrLst>
    <dgm:effectClrLst/>
    <dgm:txLinClrLst/>
    <dgm:txFillClrLst meth="repeat">
      <a:schemeClr val="bg2"/>
    </dgm:txFillClrLst>
    <dgm:txEffectClrLst/>
  </dgm:styleLbl>
  <dgm:styleLbl name="dkBgShp">
    <dgm:fillClrLst meth="repeat">
      <a:schemeClr val="tx2"/>
    </dgm:fillClrLst>
    <dgm:linClrLst meth="repeat">
      <a:schemeClr val="lt1">
        <a:alpha val="0"/>
      </a:schemeClr>
    </dgm:linClrLst>
    <dgm:effectClrLst/>
    <dgm:txLinClrLst/>
    <dgm:txFillClrLst meth="repeat">
      <a:schemeClr val="tx1"/>
    </dgm:txFillClrLst>
    <dgm:txEffectClrLst/>
  </dgm:styleLbl>
  <dgm:styleLbl name="trAlignAcc1">
    <dgm:fillClrLst meth="repeat">
      <a:schemeClr val="lt1">
        <a:alpha val="0"/>
      </a:schemeClr>
    </dgm:fillClrLst>
    <dgm:linClrLst meth="repeat">
      <a:schemeClr val="dk1">
        <a:alpha val="0"/>
      </a:schemeClr>
    </dgm:linClrLst>
    <dgm:effectClrLst/>
    <dgm:txLinClrLst/>
    <dgm:txFillClrLst meth="repeat">
      <a:schemeClr val="accent1">
        <a:lumMod val="20000"/>
        <a:lumOff val="80000"/>
      </a:schemeClr>
    </dgm:txFillClrLst>
    <dgm:txEffectClrLst/>
  </dgm:styleLbl>
  <dgm:styleLbl name="alignNode1">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25/7/colors/Standard Color_2#48">
  <dgm:title val="Standard Color 2"/>
  <dgm:desc val=""/>
  <dgm:catLst>
    <dgm:cat type="accent1" pri="2"/>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node2">
    <dgm:fillClrLst meth="repeat">
      <a:schemeClr val="lt1">
        <a:alpha val="0"/>
      </a:schemeClr>
    </dgm:fillClrLst>
    <dgm:linClrLst meth="repeat">
      <a:schemeClr val="tx2">
        <a:alpha val="40000"/>
      </a:schemeClr>
    </dgm:linClrLst>
    <dgm:effectClrLst/>
    <dgm:txLinClrLst/>
    <dgm:txFillClrLst meth="repeat">
      <a:schemeClr val="dk1"/>
    </dgm:txFillClrLst>
    <dgm:txEffectClrLst/>
  </dgm:styleLbl>
  <dgm:styleLbl name="node3">
    <dgm:fillClrLst meth="repeat">
      <a:schemeClr val="lt1">
        <a:alpha val="0"/>
      </a:schemeClr>
    </dgm:fillClrLst>
    <dgm:linClrLst meth="repeat">
      <a:schemeClr val="lt1">
        <a:alpha val="0"/>
      </a:schemeClr>
    </dgm:linClrLst>
    <dgm:effectClrLst/>
    <dgm:txLinClrLst/>
    <dgm:txFillClrLst/>
    <dgm:txEffectClrLst/>
  </dgm:styleLbl>
  <dgm:styleLbl name="bgImgPlace1">
    <dgm:fillClrLst meth="repeat">
      <a:schemeClr val="accent1">
        <a:lumMod val="20000"/>
        <a:lumOff val="80000"/>
      </a:schemeClr>
    </dgm:fillClrLst>
    <dgm:linClrLst meth="repeat">
      <a:schemeClr val="accent1">
        <a:alpha val="0"/>
      </a:schemeClr>
    </dgm:linClrLst>
    <dgm:effectClrLst/>
    <dgm:txLinClrLst/>
    <dgm:txFillClrLst meth="repeat">
      <a:schemeClr val="bg2"/>
    </dgm:txFillClrLst>
    <dgm:txEffectClrLst/>
  </dgm:styleLbl>
  <dgm:styleLbl name="fgImgPlace1">
    <dgm:fillClrLst meth="repeat">
      <a:schemeClr val="accent1"/>
    </dgm:fillClrLst>
    <dgm:linClrLst meth="repeat">
      <a:schemeClr val="lt1">
        <a:alpha val="0"/>
      </a:schemeClr>
    </dgm:linClrLst>
    <dgm:effectClrLst/>
    <dgm:txLinClrLst/>
    <dgm:txFillClrLst meth="repeat">
      <a:schemeClr val="tx2"/>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styleLbl name="solidBgAcc1">
    <dgm:fillClrLst meth="repeat">
      <a:schemeClr val="accent1">
        <a:alpha val="10000"/>
      </a:schemeClr>
    </dgm:fillClrLst>
    <dgm:linClrLst meth="repeat">
      <a:schemeClr val="tx2">
        <a:alpha val="40000"/>
      </a:schemeClr>
    </dgm:linClrLst>
    <dgm:effectClrLst/>
    <dgm:txLinClrLst/>
    <dgm:txFillClrLst meth="repeat">
      <a:schemeClr val="bg2"/>
    </dgm:txFillClrLst>
    <dgm:txEffectClrLst/>
  </dgm:styleLbl>
  <dgm:styleLbl name="callout">
    <dgm:fillClrLst meth="repeat">
      <a:schemeClr val="tx2">
        <a:alpha val="40000"/>
      </a:schemeClr>
    </dgm:fillClrLst>
    <dgm:linClrLst meth="repeat">
      <a:schemeClr val="tx2">
        <a:alpha val="40000"/>
      </a:schemeClr>
    </dgm:linClrLst>
    <dgm:effectClrLst/>
    <dgm:txLinClrLst/>
    <dgm:txFillClrLst meth="repeat">
      <a:schemeClr val="tx1"/>
    </dgm:txFillClrLst>
    <dgm:txEffectClrLst/>
  </dgm:styleLbl>
  <dgm:styleLbl name="trBgShp">
    <dgm:fillClrLst meth="repeat">
      <a:schemeClr val="accent1">
        <a:lumMod val="20000"/>
        <a:lumOff val="80000"/>
      </a:schemeClr>
    </dgm:fillClrLst>
    <dgm:linClrLst meth="repeat">
      <a:schemeClr val="accent1"/>
    </dgm:linClrLst>
    <dgm:effectClrLst/>
    <dgm:txLinClrLst/>
    <dgm:txFillClrLst meth="repeat">
      <a:schemeClr val="tx1"/>
    </dgm:txFillClrLst>
    <dgm:txEffectClrLst/>
  </dgm:styleLbl>
  <dgm:styleLbl name="fgAcc1">
    <dgm:fillClrLst meth="repeat">
      <a:schemeClr val="accent1"/>
    </dgm:fillClrLst>
    <dgm:linClrLst meth="repeat">
      <a:schemeClr val="accent1"/>
    </dgm:linClrLst>
    <dgm:effectClrLst/>
    <dgm:txLinClrLst/>
    <dgm:txFillClrLst meth="repeat">
      <a:schemeClr val="tx1"/>
    </dgm:txFillClrLst>
    <dgm:txEffectClrLst/>
  </dgm:styleLbl>
  <dgm:styleLbl name="bgAcc1">
    <dgm:fillClrLst meth="repeat">
      <a:schemeClr val="accent1"/>
    </dgm:fillClrLst>
    <dgm:linClrLst meth="repeat">
      <a:schemeClr val="lt1">
        <a:alpha val="0"/>
      </a:schemeClr>
    </dgm:linClrLst>
    <dgm:effectClrLst/>
    <dgm:txLinClrLst/>
    <dgm:txFillClrLst meth="repeat">
      <a:schemeClr val="tx2"/>
    </dgm:txFillClrLst>
    <dgm:txEffectClrLst/>
  </dgm:styleLbl>
  <dgm:styleLbl name="alignAcc1">
    <dgm:fillClrLst meth="repeat">
      <a:schemeClr val="accent1"/>
    </dgm:fillClrLst>
    <dgm:linClrLst meth="repeat">
      <a:schemeClr val="accent1"/>
    </dgm:linClrLst>
    <dgm:effectClrLst/>
    <dgm:txLinClrLst/>
    <dgm:txFillClrLst meth="repeat">
      <a:schemeClr val="accent1">
        <a:lumMod val="20000"/>
        <a:lumOff val="80000"/>
      </a:schemeClr>
    </dgm:txFillClrLst>
    <dgm:txEffectClrLst/>
  </dgm:styleLbl>
  <dgm:styleLbl name="conFgAcc1">
    <dgm:fillClrLst meth="repeat">
      <a:schemeClr val="accent1">
        <a:alpha val="10000"/>
      </a:schemeClr>
    </dgm:fillClrLst>
    <dgm:linClrLst meth="repeat">
      <a:schemeClr val="accent1">
        <a:alpha val="0"/>
      </a:schemeClr>
    </dgm:linClrLst>
    <dgm:effectClrLst/>
    <dgm:txLinClrLst/>
    <dgm:txFillClrLst meth="repeat">
      <a:schemeClr val="bg2"/>
    </dgm:txFillClrLst>
    <dgm:txEffectClrLst/>
  </dgm:styleLbl>
  <dgm:styleLbl name="dkBgShp">
    <dgm:fillClrLst meth="repeat">
      <a:schemeClr val="tx2"/>
    </dgm:fillClrLst>
    <dgm:linClrLst meth="repeat">
      <a:schemeClr val="lt1">
        <a:alpha val="0"/>
      </a:schemeClr>
    </dgm:linClrLst>
    <dgm:effectClrLst/>
    <dgm:txLinClrLst/>
    <dgm:txFillClrLst meth="repeat">
      <a:schemeClr val="tx1"/>
    </dgm:txFillClrLst>
    <dgm:txEffectClrLst/>
  </dgm:styleLbl>
  <dgm:styleLbl name="trAlignAcc1">
    <dgm:fillClrLst meth="repeat">
      <a:schemeClr val="lt1">
        <a:alpha val="0"/>
      </a:schemeClr>
    </dgm:fillClrLst>
    <dgm:linClrLst meth="repeat">
      <a:schemeClr val="dk1">
        <a:alpha val="0"/>
      </a:schemeClr>
    </dgm:linClrLst>
    <dgm:effectClrLst/>
    <dgm:txLinClrLst/>
    <dgm:txFillClrLst meth="repeat">
      <a:schemeClr val="accent1">
        <a:lumMod val="20000"/>
        <a:lumOff val="80000"/>
      </a:schemeClr>
    </dgm:txFillClrLst>
    <dgm:txEffectClrLst/>
  </dgm:styleLbl>
  <dgm:styleLbl name="alignNode1">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colorsDef>
</file>

<file path=ppt/diagrams/data1.xml><?xml version="1.0" encoding="utf-8"?>
<dgm:dataModel xmlns:dgm="http://schemas.openxmlformats.org/drawingml/2006/diagram" xmlns:a="http://schemas.openxmlformats.org/drawingml/2006/main">
  <dgm:ptLst>
    <dgm:pt modelId="{05964AFE-B8B7-4D51-872E-30CCDA62F8E4}" type="doc">
      <dgm:prSet loTypeId="urn:microsoft.com/office/officeart/2024/3/layout/BulletTimelineDefaultVariant" loCatId="Timeline" qsTypeId="urn:microsoft.com/office/officeart/2005/8/quickstyle/simple1" qsCatId="simple" csTypeId="urn:microsoft.com/office/officeart/2005/8/colors/colorful3" csCatId="colorful" phldr="1"/>
      <dgm:spPr/>
      <dgm:t>
        <a:bodyPr/>
        <a:lstStyle/>
        <a:p>
          <a:endParaRPr lang="en-US"/>
        </a:p>
      </dgm:t>
    </dgm:pt>
    <dgm:pt modelId="{24A35684-4BB5-4C21-86C3-653FA0EE406D}">
      <dgm:prSet phldr="0" custT="1"/>
      <dgm:spPr/>
      <dgm:t>
        <a:bodyPr/>
        <a:lstStyle/>
        <a:p>
          <a:pPr>
            <a:defRPr b="1"/>
          </a:pPr>
          <a:r>
            <a:rPr lang="en-US" sz="2600" dirty="0"/>
            <a:t>Define stage</a:t>
          </a:r>
        </a:p>
      </dgm:t>
    </dgm:pt>
    <dgm:pt modelId="{AA4B4BD4-7D75-4E32-AA14-BB532636D0C6}" type="parTrans" cxnId="{63CF6006-FC79-418C-91C8-1EBF8B465BEB}">
      <dgm:prSet/>
      <dgm:spPr/>
      <dgm:t>
        <a:bodyPr/>
        <a:lstStyle/>
        <a:p>
          <a:endParaRPr lang="en-US"/>
        </a:p>
      </dgm:t>
    </dgm:pt>
    <dgm:pt modelId="{AE6418BD-E50B-44E1-9339-BC6F7F9B6777}" type="sibTrans" cxnId="{63CF6006-FC79-418C-91C8-1EBF8B465BEB}">
      <dgm:prSet/>
      <dgm:spPr/>
      <dgm:t>
        <a:bodyPr/>
        <a:lstStyle/>
        <a:p>
          <a:endParaRPr lang="en-US"/>
        </a:p>
      </dgm:t>
    </dgm:pt>
    <dgm:pt modelId="{FC80653A-8AEF-4D56-AF9E-CF0E572C9B41}">
      <dgm:prSet phldr="0" custT="1"/>
      <dgm:spPr/>
      <dgm:t>
        <a:bodyPr/>
        <a:lstStyle/>
        <a:p>
          <a:r>
            <a:rPr lang="en-US" sz="2400" noProof="1"/>
            <a:t>Each build stage starts with its own FROM statement.</a:t>
          </a:r>
          <a:endParaRPr lang="en-US" sz="2400" dirty="0"/>
        </a:p>
      </dgm:t>
    </dgm:pt>
    <dgm:pt modelId="{9B080B57-DFC6-494E-B51C-FA77760BFC25}" type="sibTrans" cxnId="{15D102A4-9580-420B-8F1B-39728594354F}">
      <dgm:prSet/>
      <dgm:spPr/>
      <dgm:t>
        <a:bodyPr/>
        <a:lstStyle/>
        <a:p>
          <a:endParaRPr lang="en-US"/>
        </a:p>
      </dgm:t>
    </dgm:pt>
    <dgm:pt modelId="{021D7B1A-C5C4-4D5A-8BC8-13A553C82AD8}" type="parTrans" cxnId="{15D102A4-9580-420B-8F1B-39728594354F}">
      <dgm:prSet/>
      <dgm:spPr/>
      <dgm:t>
        <a:bodyPr/>
        <a:lstStyle/>
        <a:p>
          <a:endParaRPr lang="en-US"/>
        </a:p>
      </dgm:t>
    </dgm:pt>
    <dgm:pt modelId="{B8D0C732-BA0A-49D0-BD7C-972E7E503D0E}">
      <dgm:prSet phldr="0" custT="1"/>
      <dgm:spPr/>
      <dgm:t>
        <a:bodyPr/>
        <a:lstStyle/>
        <a:p>
          <a:pPr>
            <a:defRPr b="1"/>
          </a:pPr>
          <a:r>
            <a:rPr lang="en-US" sz="2600" dirty="0"/>
            <a:t>Transfer artifacts</a:t>
          </a:r>
        </a:p>
      </dgm:t>
    </dgm:pt>
    <dgm:pt modelId="{1CB58621-F6AB-46FA-9228-3DE2E76C5E68}" type="sibTrans" cxnId="{E6BE349A-6790-4B45-9DA7-C3795DCB8467}">
      <dgm:prSet/>
      <dgm:spPr/>
      <dgm:t>
        <a:bodyPr/>
        <a:lstStyle/>
        <a:p>
          <a:endParaRPr lang="en-US"/>
        </a:p>
      </dgm:t>
    </dgm:pt>
    <dgm:pt modelId="{D14356C7-A4AC-4DA9-BF8A-2E9E28A11288}" type="parTrans" cxnId="{E6BE349A-6790-4B45-9DA7-C3795DCB8467}">
      <dgm:prSet/>
      <dgm:spPr/>
      <dgm:t>
        <a:bodyPr/>
        <a:lstStyle/>
        <a:p>
          <a:endParaRPr lang="en-US"/>
        </a:p>
      </dgm:t>
    </dgm:pt>
    <dgm:pt modelId="{0DE847FD-7F52-4AF6-AB76-1AB972140B94}">
      <dgm:prSet phldr="0" custT="1"/>
      <dgm:spPr/>
      <dgm:t>
        <a:bodyPr/>
        <a:lstStyle/>
        <a:p>
          <a:r>
            <a:rPr lang="en-US" sz="2400" noProof="1"/>
            <a:t>Copy required artifacts from earlier stages into later stages.</a:t>
          </a:r>
          <a:endParaRPr lang="en-US" sz="2400" dirty="0"/>
        </a:p>
      </dgm:t>
    </dgm:pt>
    <dgm:pt modelId="{27D3867E-8747-4215-BE4D-D307E2432B8B}" type="sibTrans" cxnId="{1446FA1A-4170-4982-9C6D-BA1FC7A158C5}">
      <dgm:prSet/>
      <dgm:spPr/>
      <dgm:t>
        <a:bodyPr/>
        <a:lstStyle/>
        <a:p>
          <a:endParaRPr lang="en-US"/>
        </a:p>
      </dgm:t>
    </dgm:pt>
    <dgm:pt modelId="{56BCB9F5-80EC-4796-95AB-BF9A07C28204}" type="parTrans" cxnId="{1446FA1A-4170-4982-9C6D-BA1FC7A158C5}">
      <dgm:prSet/>
      <dgm:spPr/>
      <dgm:t>
        <a:bodyPr/>
        <a:lstStyle/>
        <a:p>
          <a:endParaRPr lang="en-US"/>
        </a:p>
      </dgm:t>
    </dgm:pt>
    <dgm:pt modelId="{ACFCB059-0B4F-40F6-8D40-39A608B91A12}">
      <dgm:prSet phldr="0" custT="1"/>
      <dgm:spPr/>
      <dgm:t>
        <a:bodyPr/>
        <a:lstStyle/>
        <a:p>
          <a:pPr>
            <a:defRPr b="1"/>
          </a:pPr>
          <a:r>
            <a:rPr lang="en-US" sz="2600" dirty="0"/>
            <a:t>Create final image</a:t>
          </a:r>
        </a:p>
      </dgm:t>
    </dgm:pt>
    <dgm:pt modelId="{8D921CA9-2849-4A86-AA22-03B30EE77201}" type="sibTrans" cxnId="{C02DDFDB-A4D6-40D9-92C3-3A07D56E40D2}">
      <dgm:prSet/>
      <dgm:spPr/>
      <dgm:t>
        <a:bodyPr/>
        <a:lstStyle/>
        <a:p>
          <a:endParaRPr lang="en-US"/>
        </a:p>
      </dgm:t>
    </dgm:pt>
    <dgm:pt modelId="{DC13C5BD-C24E-47F2-9DC4-216454BD6744}" type="parTrans" cxnId="{C02DDFDB-A4D6-40D9-92C3-3A07D56E40D2}">
      <dgm:prSet/>
      <dgm:spPr/>
      <dgm:t>
        <a:bodyPr/>
        <a:lstStyle/>
        <a:p>
          <a:endParaRPr lang="en-US"/>
        </a:p>
      </dgm:t>
    </dgm:pt>
    <dgm:pt modelId="{98D81B79-93B4-46E4-BF32-11FED76CD680}">
      <dgm:prSet phldr="0" custT="1"/>
      <dgm:spPr/>
      <dgm:t>
        <a:bodyPr/>
        <a:lstStyle/>
        <a:p>
          <a:r>
            <a:rPr lang="en-US" sz="2400" noProof="1"/>
            <a:t>Keep only runtime components for a lean, efficient image.</a:t>
          </a:r>
          <a:endParaRPr lang="en-US" sz="2400" dirty="0"/>
        </a:p>
      </dgm:t>
    </dgm:pt>
    <dgm:pt modelId="{A43D7BC1-70B3-48C3-9CB8-0557F86F5302}" type="sibTrans" cxnId="{373B7774-2AA7-41F8-BACA-3F672E4E0773}">
      <dgm:prSet/>
      <dgm:spPr/>
      <dgm:t>
        <a:bodyPr/>
        <a:lstStyle/>
        <a:p>
          <a:endParaRPr lang="en-US"/>
        </a:p>
      </dgm:t>
    </dgm:pt>
    <dgm:pt modelId="{6076C2DE-3E56-49F1-B36B-80259086D95A}" type="parTrans" cxnId="{373B7774-2AA7-41F8-BACA-3F672E4E0773}">
      <dgm:prSet/>
      <dgm:spPr/>
      <dgm:t>
        <a:bodyPr/>
        <a:lstStyle/>
        <a:p>
          <a:endParaRPr lang="en-US"/>
        </a:p>
      </dgm:t>
    </dgm:pt>
    <dgm:pt modelId="{292F0BB5-7821-4A64-9F89-E6860CB3DE82}" type="pres">
      <dgm:prSet presAssocID="{05964AFE-B8B7-4D51-872E-30CCDA62F8E4}" presName="root" presStyleCnt="0">
        <dgm:presLayoutVars>
          <dgm:chMax/>
          <dgm:chPref/>
          <dgm:animLvl val="lvl"/>
        </dgm:presLayoutVars>
      </dgm:prSet>
      <dgm:spPr/>
    </dgm:pt>
    <dgm:pt modelId="{700EB61A-D64C-47C5-B81A-A135462C01D1}" type="pres">
      <dgm:prSet presAssocID="{05964AFE-B8B7-4D51-872E-30CCDA62F8E4}" presName="divider" presStyleLbl="fgAcc1" presStyleIdx="0" presStyleCnt="1"/>
      <dgm:spPr>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gm:spPr>
    </dgm:pt>
    <dgm:pt modelId="{4D002711-64C3-423C-BE10-E05226EA54C2}" type="pres">
      <dgm:prSet presAssocID="{05964AFE-B8B7-4D51-872E-30CCDA62F8E4}" presName="nodes" presStyleCnt="0">
        <dgm:presLayoutVars>
          <dgm:chMax/>
          <dgm:chPref/>
          <dgm:animLvl val="lvl"/>
        </dgm:presLayoutVars>
      </dgm:prSet>
      <dgm:spPr/>
    </dgm:pt>
    <dgm:pt modelId="{DBCB997D-9635-4047-9CE8-757B20E85702}" type="pres">
      <dgm:prSet presAssocID="{24A35684-4BB5-4C21-86C3-653FA0EE406D}" presName="composite" presStyleCnt="0"/>
      <dgm:spPr/>
    </dgm:pt>
    <dgm:pt modelId="{03B3F071-D6F1-49F1-8DFC-9446ADD0651B}" type="pres">
      <dgm:prSet presAssocID="{24A35684-4BB5-4C21-86C3-653FA0EE406D}" presName="ConnectorPoint" presStyleLbl="lnNode1" presStyleIdx="0" presStyleCnt="3"/>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936CF7D5-18AF-4010-B3F2-8767DBE5A032}" type="pres">
      <dgm:prSet presAssocID="{24A35684-4BB5-4C21-86C3-653FA0EE406D}" presName="DropPinPlaceHolder" presStyleCnt="0"/>
      <dgm:spPr/>
    </dgm:pt>
    <dgm:pt modelId="{3E0F7D90-1746-4345-BE6E-655132B8B81A}" type="pres">
      <dgm:prSet presAssocID="{24A35684-4BB5-4C21-86C3-653FA0EE406D}" presName="DropPin" presStyleLbl="revTx" presStyleIdx="0" presStyleCnt="9"/>
      <dgm:spPr/>
    </dgm:pt>
    <dgm:pt modelId="{B075B796-8118-4F47-B043-2AF061E6227C}" type="pres">
      <dgm:prSet presAssocID="{24A35684-4BB5-4C21-86C3-653FA0EE406D}" presName="Ellipse" presStyleLbl="node2" presStyleIdx="0" presStyleCnt="3"/>
      <dgm:spPr>
        <a:solidFill>
          <a:schemeClr val="accent4">
            <a:hueOff val="0"/>
            <a:satOff val="0"/>
            <a:lumOff val="0"/>
            <a:alphaOff val="0"/>
          </a:schemeClr>
        </a:solidFill>
        <a:ln w="12700" cap="flat" cmpd="sng" algn="ctr">
          <a:noFill/>
          <a:prstDash val="solid"/>
          <a:miter lim="800000"/>
        </a:ln>
        <a:effectLst/>
      </dgm:spPr>
    </dgm:pt>
    <dgm:pt modelId="{E727BC7C-941D-4B52-94FF-DA4EB2B3EFF2}" type="pres">
      <dgm:prSet presAssocID="{24A35684-4BB5-4C21-86C3-653FA0EE406D}" presName="L2TextContainer" presStyleLbl="revTx" presStyleIdx="1" presStyleCnt="9">
        <dgm:presLayoutVars>
          <dgm:bulletEnabled val="1"/>
        </dgm:presLayoutVars>
      </dgm:prSet>
      <dgm:spPr/>
    </dgm:pt>
    <dgm:pt modelId="{A1E264C6-C191-4136-A951-DA670F270BF0}" type="pres">
      <dgm:prSet presAssocID="{24A35684-4BB5-4C21-86C3-653FA0EE406D}" presName="L1TextContainer" presStyleLbl="revTx" presStyleIdx="2" presStyleCnt="9">
        <dgm:presLayoutVars>
          <dgm:chMax val="1"/>
          <dgm:chPref val="1"/>
          <dgm:bulletEnabled val="1"/>
        </dgm:presLayoutVars>
      </dgm:prSet>
      <dgm:spPr/>
    </dgm:pt>
    <dgm:pt modelId="{3A918686-5EA8-4AB9-AE5E-6D898B0A99BD}" type="pres">
      <dgm:prSet presAssocID="{24A35684-4BB5-4C21-86C3-653FA0EE406D}" presName="ConnectLine" presStyleLbl="sibTrans1D1" presStyleIdx="0" presStyleCnt="3"/>
      <dgm:spPr/>
    </dgm:pt>
    <dgm:pt modelId="{00C7038F-A4CF-4E16-ADD9-FD443DCB1C14}" type="pres">
      <dgm:prSet presAssocID="{24A35684-4BB5-4C21-86C3-653FA0EE406D}" presName="EmptyPlaceHolder" presStyleCnt="0"/>
      <dgm:spPr/>
    </dgm:pt>
    <dgm:pt modelId="{569B2A77-D2D2-4F97-8090-5D5C8E1C1ACB}" type="pres">
      <dgm:prSet presAssocID="{AE6418BD-E50B-44E1-9339-BC6F7F9B6777}" presName="spaceBetweenRectangles" presStyleCnt="0"/>
      <dgm:spPr/>
    </dgm:pt>
    <dgm:pt modelId="{E7803200-8701-455F-9177-61D8296669B2}" type="pres">
      <dgm:prSet presAssocID="{B8D0C732-BA0A-49D0-BD7C-972E7E503D0E}" presName="composite" presStyleCnt="0"/>
      <dgm:spPr/>
    </dgm:pt>
    <dgm:pt modelId="{5CB0DBD2-1226-4346-954F-B4B0EB516700}" type="pres">
      <dgm:prSet presAssocID="{B8D0C732-BA0A-49D0-BD7C-972E7E503D0E}" presName="ConnectorPoint" presStyleLbl="lnNode1" presStyleIdx="1" presStyleCnt="3"/>
      <dgm:spPr>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gm:spPr>
    </dgm:pt>
    <dgm:pt modelId="{BA40C491-BEFB-4B01-8F96-8304A5502810}" type="pres">
      <dgm:prSet presAssocID="{B8D0C732-BA0A-49D0-BD7C-972E7E503D0E}" presName="DropPinPlaceHolder" presStyleCnt="0"/>
      <dgm:spPr/>
    </dgm:pt>
    <dgm:pt modelId="{47523513-3D06-42F3-9C99-8C09288D9872}" type="pres">
      <dgm:prSet presAssocID="{B8D0C732-BA0A-49D0-BD7C-972E7E503D0E}" presName="DropPin" presStyleLbl="revTx" presStyleIdx="3" presStyleCnt="9"/>
      <dgm:spPr/>
    </dgm:pt>
    <dgm:pt modelId="{5B3C50C0-6895-43FF-A705-165C7C52382A}" type="pres">
      <dgm:prSet presAssocID="{B8D0C732-BA0A-49D0-BD7C-972E7E503D0E}" presName="Ellipse" presStyleLbl="node2" presStyleIdx="1" presStyleCnt="3"/>
      <dgm:spPr>
        <a:solidFill>
          <a:schemeClr val="accent4">
            <a:hueOff val="0"/>
            <a:satOff val="0"/>
            <a:lumOff val="0"/>
            <a:alphaOff val="0"/>
          </a:schemeClr>
        </a:solidFill>
        <a:ln w="12700" cap="flat" cmpd="sng" algn="ctr">
          <a:noFill/>
          <a:prstDash val="solid"/>
          <a:miter lim="800000"/>
        </a:ln>
        <a:effectLst/>
      </dgm:spPr>
    </dgm:pt>
    <dgm:pt modelId="{4905A939-A8CC-4325-89CA-86E8103DDCF1}" type="pres">
      <dgm:prSet presAssocID="{B8D0C732-BA0A-49D0-BD7C-972E7E503D0E}" presName="L2TextContainer" presStyleLbl="revTx" presStyleIdx="4" presStyleCnt="9">
        <dgm:presLayoutVars>
          <dgm:bulletEnabled val="1"/>
        </dgm:presLayoutVars>
      </dgm:prSet>
      <dgm:spPr/>
    </dgm:pt>
    <dgm:pt modelId="{103EE9D7-7DFB-4919-9FA4-CFDE1952230E}" type="pres">
      <dgm:prSet presAssocID="{B8D0C732-BA0A-49D0-BD7C-972E7E503D0E}" presName="L1TextContainer" presStyleLbl="revTx" presStyleIdx="5" presStyleCnt="9">
        <dgm:presLayoutVars>
          <dgm:chMax val="1"/>
          <dgm:chPref val="1"/>
          <dgm:bulletEnabled val="1"/>
        </dgm:presLayoutVars>
      </dgm:prSet>
      <dgm:spPr/>
    </dgm:pt>
    <dgm:pt modelId="{128155D9-7F5C-4D06-8F1A-9246733E203B}" type="pres">
      <dgm:prSet presAssocID="{B8D0C732-BA0A-49D0-BD7C-972E7E503D0E}" presName="ConnectLine" presStyleLbl="sibTrans1D1" presStyleIdx="1" presStyleCnt="3"/>
      <dgm:spPr/>
    </dgm:pt>
    <dgm:pt modelId="{39730F6E-3BAB-4FC9-8290-B0978FFFB74B}" type="pres">
      <dgm:prSet presAssocID="{B8D0C732-BA0A-49D0-BD7C-972E7E503D0E}" presName="EmptyPlaceHolder" presStyleCnt="0"/>
      <dgm:spPr/>
    </dgm:pt>
    <dgm:pt modelId="{B14D54BE-0E45-4A0C-B4EA-0FB4D380252B}" type="pres">
      <dgm:prSet presAssocID="{1CB58621-F6AB-46FA-9228-3DE2E76C5E68}" presName="spaceBetweenRectangles" presStyleCnt="0"/>
      <dgm:spPr/>
    </dgm:pt>
    <dgm:pt modelId="{5C540CD3-6AE4-4E5E-ACCE-12294936E596}" type="pres">
      <dgm:prSet presAssocID="{ACFCB059-0B4F-40F6-8D40-39A608B91A12}" presName="composite" presStyleCnt="0"/>
      <dgm:spPr/>
    </dgm:pt>
    <dgm:pt modelId="{6DA18619-C382-4A08-A970-6A0E96824674}" type="pres">
      <dgm:prSet presAssocID="{ACFCB059-0B4F-40F6-8D40-39A608B91A12}" presName="ConnectorPoint" presStyleLbl="lnNode1" presStyleIdx="2" presStyleCnt="3"/>
      <dgm:spPr>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gm:spPr>
    </dgm:pt>
    <dgm:pt modelId="{2E012B52-51DE-4175-B6A6-314F1B401604}" type="pres">
      <dgm:prSet presAssocID="{ACFCB059-0B4F-40F6-8D40-39A608B91A12}" presName="DropPinPlaceHolder" presStyleCnt="0"/>
      <dgm:spPr/>
    </dgm:pt>
    <dgm:pt modelId="{4A9EA0A2-E81C-4D36-81D8-837B3E4FEC08}" type="pres">
      <dgm:prSet presAssocID="{ACFCB059-0B4F-40F6-8D40-39A608B91A12}" presName="DropPin" presStyleLbl="revTx" presStyleIdx="6" presStyleCnt="9"/>
      <dgm:spPr/>
    </dgm:pt>
    <dgm:pt modelId="{AEE9EF59-1265-41DF-91D0-3723A59632B4}" type="pres">
      <dgm:prSet presAssocID="{ACFCB059-0B4F-40F6-8D40-39A608B91A12}" presName="Ellipse" presStyleLbl="node2" presStyleIdx="2" presStyleCnt="3"/>
      <dgm:spPr>
        <a:solidFill>
          <a:schemeClr val="accent4">
            <a:hueOff val="0"/>
            <a:satOff val="0"/>
            <a:lumOff val="0"/>
            <a:alphaOff val="0"/>
          </a:schemeClr>
        </a:solidFill>
        <a:ln w="12700" cap="flat" cmpd="sng" algn="ctr">
          <a:noFill/>
          <a:prstDash val="solid"/>
          <a:miter lim="800000"/>
        </a:ln>
        <a:effectLst/>
      </dgm:spPr>
    </dgm:pt>
    <dgm:pt modelId="{029F35EA-7F43-40B6-BAFC-EB699AAB202A}" type="pres">
      <dgm:prSet presAssocID="{ACFCB059-0B4F-40F6-8D40-39A608B91A12}" presName="L2TextContainer" presStyleLbl="revTx" presStyleIdx="7" presStyleCnt="9">
        <dgm:presLayoutVars>
          <dgm:bulletEnabled val="1"/>
        </dgm:presLayoutVars>
      </dgm:prSet>
      <dgm:spPr/>
    </dgm:pt>
    <dgm:pt modelId="{7C14F580-B0F8-4C2B-A59B-CD2F07E06C09}" type="pres">
      <dgm:prSet presAssocID="{ACFCB059-0B4F-40F6-8D40-39A608B91A12}" presName="L1TextContainer" presStyleLbl="revTx" presStyleIdx="8" presStyleCnt="9">
        <dgm:presLayoutVars>
          <dgm:chMax val="1"/>
          <dgm:chPref val="1"/>
          <dgm:bulletEnabled val="1"/>
        </dgm:presLayoutVars>
      </dgm:prSet>
      <dgm:spPr/>
    </dgm:pt>
    <dgm:pt modelId="{B53F15A4-2F3B-4F35-97D8-9B06968155B8}" type="pres">
      <dgm:prSet presAssocID="{ACFCB059-0B4F-40F6-8D40-39A608B91A12}" presName="ConnectLine" presStyleLbl="sibTrans1D1" presStyleIdx="2" presStyleCnt="3"/>
      <dgm:spPr/>
    </dgm:pt>
    <dgm:pt modelId="{52B02A29-341A-4AA8-84AE-76B8074BB0FA}" type="pres">
      <dgm:prSet presAssocID="{ACFCB059-0B4F-40F6-8D40-39A608B91A12}" presName="EmptyPlaceHolder" presStyleCnt="0"/>
      <dgm:spPr/>
    </dgm:pt>
  </dgm:ptLst>
  <dgm:cxnLst>
    <dgm:cxn modelId="{63CF6006-FC79-418C-91C8-1EBF8B465BEB}" srcId="{05964AFE-B8B7-4D51-872E-30CCDA62F8E4}" destId="{24A35684-4BB5-4C21-86C3-653FA0EE406D}" srcOrd="0" destOrd="0" parTransId="{AA4B4BD4-7D75-4E32-AA14-BB532636D0C6}" sibTransId="{AE6418BD-E50B-44E1-9339-BC6F7F9B6777}"/>
    <dgm:cxn modelId="{1446FA1A-4170-4982-9C6D-BA1FC7A158C5}" srcId="{B8D0C732-BA0A-49D0-BD7C-972E7E503D0E}" destId="{0DE847FD-7F52-4AF6-AB76-1AB972140B94}" srcOrd="0" destOrd="0" parTransId="{56BCB9F5-80EC-4796-95AB-BF9A07C28204}" sibTransId="{27D3867E-8747-4215-BE4D-D307E2432B8B}"/>
    <dgm:cxn modelId="{373B7774-2AA7-41F8-BACA-3F672E4E0773}" srcId="{ACFCB059-0B4F-40F6-8D40-39A608B91A12}" destId="{98D81B79-93B4-46E4-BF32-11FED76CD680}" srcOrd="0" destOrd="0" parTransId="{6076C2DE-3E56-49F1-B36B-80259086D95A}" sibTransId="{A43D7BC1-70B3-48C3-9CB8-0557F86F5302}"/>
    <dgm:cxn modelId="{E6BE349A-6790-4B45-9DA7-C3795DCB8467}" srcId="{05964AFE-B8B7-4D51-872E-30CCDA62F8E4}" destId="{B8D0C732-BA0A-49D0-BD7C-972E7E503D0E}" srcOrd="1" destOrd="0" parTransId="{D14356C7-A4AC-4DA9-BF8A-2E9E28A11288}" sibTransId="{1CB58621-F6AB-46FA-9228-3DE2E76C5E68}"/>
    <dgm:cxn modelId="{15D102A4-9580-420B-8F1B-39728594354F}" srcId="{24A35684-4BB5-4C21-86C3-653FA0EE406D}" destId="{FC80653A-8AEF-4D56-AF9E-CF0E572C9B41}" srcOrd="0" destOrd="0" parTransId="{021D7B1A-C5C4-4D5A-8BC8-13A553C82AD8}" sibTransId="{9B080B57-DFC6-494E-B51C-FA77760BFC25}"/>
    <dgm:cxn modelId="{3D6A5BA5-3086-43DB-B8D2-355293FBAE45}" type="presOf" srcId="{ACFCB059-0B4F-40F6-8D40-39A608B91A12}" destId="{7C14F580-B0F8-4C2B-A59B-CD2F07E06C09}" srcOrd="0" destOrd="0" presId="urn:microsoft.com/office/officeart/2024/3/layout/BulletTimelineDefaultVariant"/>
    <dgm:cxn modelId="{7DF04BA8-E350-454A-B5F3-F91C74DCDAD2}" type="presOf" srcId="{B8D0C732-BA0A-49D0-BD7C-972E7E503D0E}" destId="{103EE9D7-7DFB-4919-9FA4-CFDE1952230E}" srcOrd="0" destOrd="0" presId="urn:microsoft.com/office/officeart/2024/3/layout/BulletTimelineDefaultVariant"/>
    <dgm:cxn modelId="{DC26DAD7-B233-4064-8A42-BC14BB609ABE}" type="presOf" srcId="{24A35684-4BB5-4C21-86C3-653FA0EE406D}" destId="{A1E264C6-C191-4136-A951-DA670F270BF0}" srcOrd="0" destOrd="0" presId="urn:microsoft.com/office/officeart/2024/3/layout/BulletTimelineDefaultVariant"/>
    <dgm:cxn modelId="{C02DDFDB-A4D6-40D9-92C3-3A07D56E40D2}" srcId="{05964AFE-B8B7-4D51-872E-30CCDA62F8E4}" destId="{ACFCB059-0B4F-40F6-8D40-39A608B91A12}" srcOrd="2" destOrd="0" parTransId="{DC13C5BD-C24E-47F2-9DC4-216454BD6744}" sibTransId="{8D921CA9-2849-4A86-AA22-03B30EE77201}"/>
    <dgm:cxn modelId="{17F372E0-1621-4053-9743-B58D784B4E78}" type="presOf" srcId="{98D81B79-93B4-46E4-BF32-11FED76CD680}" destId="{029F35EA-7F43-40B6-BAFC-EB699AAB202A}" srcOrd="0" destOrd="0" presId="urn:microsoft.com/office/officeart/2024/3/layout/BulletTimelineDefaultVariant"/>
    <dgm:cxn modelId="{679AD0E5-F2DA-4E80-850E-B478A921BC72}" type="presOf" srcId="{05964AFE-B8B7-4D51-872E-30CCDA62F8E4}" destId="{292F0BB5-7821-4A64-9F89-E6860CB3DE82}" srcOrd="0" destOrd="0" presId="urn:microsoft.com/office/officeart/2024/3/layout/BulletTimelineDefaultVariant"/>
    <dgm:cxn modelId="{8B799FF4-497B-4829-A207-3386AA57CBBC}" type="presOf" srcId="{0DE847FD-7F52-4AF6-AB76-1AB972140B94}" destId="{4905A939-A8CC-4325-89CA-86E8103DDCF1}" srcOrd="0" destOrd="0" presId="urn:microsoft.com/office/officeart/2024/3/layout/BulletTimelineDefaultVariant"/>
    <dgm:cxn modelId="{4DAAC1FC-D438-4C92-BE64-1DA4969CB975}" type="presOf" srcId="{FC80653A-8AEF-4D56-AF9E-CF0E572C9B41}" destId="{E727BC7C-941D-4B52-94FF-DA4EB2B3EFF2}" srcOrd="0" destOrd="0" presId="urn:microsoft.com/office/officeart/2024/3/layout/BulletTimelineDefaultVariant"/>
    <dgm:cxn modelId="{70214FCF-D97C-44A2-940F-093C6AEF8CDD}" type="presParOf" srcId="{292F0BB5-7821-4A64-9F89-E6860CB3DE82}" destId="{700EB61A-D64C-47C5-B81A-A135462C01D1}" srcOrd="0" destOrd="0" presId="urn:microsoft.com/office/officeart/2024/3/layout/BulletTimelineDefaultVariant"/>
    <dgm:cxn modelId="{56135C23-5831-49D3-A165-4B3D2E599E47}" type="presParOf" srcId="{292F0BB5-7821-4A64-9F89-E6860CB3DE82}" destId="{4D002711-64C3-423C-BE10-E05226EA54C2}" srcOrd="1" destOrd="0" presId="urn:microsoft.com/office/officeart/2024/3/layout/BulletTimelineDefaultVariant"/>
    <dgm:cxn modelId="{663AC837-AAA4-448E-B1E7-93621DC47065}" type="presParOf" srcId="{4D002711-64C3-423C-BE10-E05226EA54C2}" destId="{DBCB997D-9635-4047-9CE8-757B20E85702}" srcOrd="0" destOrd="0" presId="urn:microsoft.com/office/officeart/2024/3/layout/BulletTimelineDefaultVariant"/>
    <dgm:cxn modelId="{7A6BE3F8-819F-4162-A9EC-393FBDE79C47}" type="presParOf" srcId="{DBCB997D-9635-4047-9CE8-757B20E85702}" destId="{03B3F071-D6F1-49F1-8DFC-9446ADD0651B}" srcOrd="0" destOrd="0" presId="urn:microsoft.com/office/officeart/2024/3/layout/BulletTimelineDefaultVariant"/>
    <dgm:cxn modelId="{347ED2CF-3596-4AE6-A5EA-2056FBF84EDE}" type="presParOf" srcId="{DBCB997D-9635-4047-9CE8-757B20E85702}" destId="{936CF7D5-18AF-4010-B3F2-8767DBE5A032}" srcOrd="1" destOrd="0" presId="urn:microsoft.com/office/officeart/2024/3/layout/BulletTimelineDefaultVariant"/>
    <dgm:cxn modelId="{1DDE49F8-4625-4E51-A74A-68E6293A987A}" type="presParOf" srcId="{936CF7D5-18AF-4010-B3F2-8767DBE5A032}" destId="{3E0F7D90-1746-4345-BE6E-655132B8B81A}" srcOrd="0" destOrd="0" presId="urn:microsoft.com/office/officeart/2024/3/layout/BulletTimelineDefaultVariant"/>
    <dgm:cxn modelId="{F93B355D-DA70-4D02-B91D-86F96016057F}" type="presParOf" srcId="{936CF7D5-18AF-4010-B3F2-8767DBE5A032}" destId="{B075B796-8118-4F47-B043-2AF061E6227C}" srcOrd="1" destOrd="0" presId="urn:microsoft.com/office/officeart/2024/3/layout/BulletTimelineDefaultVariant"/>
    <dgm:cxn modelId="{B3C06BB7-208B-4470-A968-CDA360E466F8}" type="presParOf" srcId="{DBCB997D-9635-4047-9CE8-757B20E85702}" destId="{E727BC7C-941D-4B52-94FF-DA4EB2B3EFF2}" srcOrd="2" destOrd="0" presId="urn:microsoft.com/office/officeart/2024/3/layout/BulletTimelineDefaultVariant"/>
    <dgm:cxn modelId="{BCF3B794-E19F-404B-BFB8-57695B112F05}" type="presParOf" srcId="{DBCB997D-9635-4047-9CE8-757B20E85702}" destId="{A1E264C6-C191-4136-A951-DA670F270BF0}" srcOrd="3" destOrd="0" presId="urn:microsoft.com/office/officeart/2024/3/layout/BulletTimelineDefaultVariant"/>
    <dgm:cxn modelId="{2A6F36AB-6E9C-48C3-9138-62473CFC7172}" type="presParOf" srcId="{DBCB997D-9635-4047-9CE8-757B20E85702}" destId="{3A918686-5EA8-4AB9-AE5E-6D898B0A99BD}" srcOrd="4" destOrd="0" presId="urn:microsoft.com/office/officeart/2024/3/layout/BulletTimelineDefaultVariant"/>
    <dgm:cxn modelId="{842055E5-4CD5-4FD5-BE0D-CB4BAA45C766}" type="presParOf" srcId="{DBCB997D-9635-4047-9CE8-757B20E85702}" destId="{00C7038F-A4CF-4E16-ADD9-FD443DCB1C14}" srcOrd="5" destOrd="0" presId="urn:microsoft.com/office/officeart/2024/3/layout/BulletTimelineDefaultVariant"/>
    <dgm:cxn modelId="{417F14D0-6382-44AB-9B39-0FE014BA214E}" type="presParOf" srcId="{4D002711-64C3-423C-BE10-E05226EA54C2}" destId="{569B2A77-D2D2-4F97-8090-5D5C8E1C1ACB}" srcOrd="1" destOrd="0" presId="urn:microsoft.com/office/officeart/2024/3/layout/BulletTimelineDefaultVariant"/>
    <dgm:cxn modelId="{BA9672C1-E373-48DC-A5F5-7674D3697553}" type="presParOf" srcId="{4D002711-64C3-423C-BE10-E05226EA54C2}" destId="{E7803200-8701-455F-9177-61D8296669B2}" srcOrd="2" destOrd="0" presId="urn:microsoft.com/office/officeart/2024/3/layout/BulletTimelineDefaultVariant"/>
    <dgm:cxn modelId="{E3C3C13A-C3EB-48C4-B57C-92A4668AAC06}" type="presParOf" srcId="{E7803200-8701-455F-9177-61D8296669B2}" destId="{5CB0DBD2-1226-4346-954F-B4B0EB516700}" srcOrd="0" destOrd="0" presId="urn:microsoft.com/office/officeart/2024/3/layout/BulletTimelineDefaultVariant"/>
    <dgm:cxn modelId="{6E4E3352-E851-4815-9820-D326D827953A}" type="presParOf" srcId="{E7803200-8701-455F-9177-61D8296669B2}" destId="{BA40C491-BEFB-4B01-8F96-8304A5502810}" srcOrd="1" destOrd="0" presId="urn:microsoft.com/office/officeart/2024/3/layout/BulletTimelineDefaultVariant"/>
    <dgm:cxn modelId="{15A3DA7F-BC6D-45A7-A74A-56A512EB313F}" type="presParOf" srcId="{BA40C491-BEFB-4B01-8F96-8304A5502810}" destId="{47523513-3D06-42F3-9C99-8C09288D9872}" srcOrd="0" destOrd="0" presId="urn:microsoft.com/office/officeart/2024/3/layout/BulletTimelineDefaultVariant"/>
    <dgm:cxn modelId="{B64F5836-69D8-42E9-A3E1-8E6D90060B96}" type="presParOf" srcId="{BA40C491-BEFB-4B01-8F96-8304A5502810}" destId="{5B3C50C0-6895-43FF-A705-165C7C52382A}" srcOrd="1" destOrd="0" presId="urn:microsoft.com/office/officeart/2024/3/layout/BulletTimelineDefaultVariant"/>
    <dgm:cxn modelId="{666DCC4E-5F3B-4560-A604-246683D21200}" type="presParOf" srcId="{E7803200-8701-455F-9177-61D8296669B2}" destId="{4905A939-A8CC-4325-89CA-86E8103DDCF1}" srcOrd="2" destOrd="0" presId="urn:microsoft.com/office/officeart/2024/3/layout/BulletTimelineDefaultVariant"/>
    <dgm:cxn modelId="{DD612492-DD31-44EE-A208-1F7963D04A50}" type="presParOf" srcId="{E7803200-8701-455F-9177-61D8296669B2}" destId="{103EE9D7-7DFB-4919-9FA4-CFDE1952230E}" srcOrd="3" destOrd="0" presId="urn:microsoft.com/office/officeart/2024/3/layout/BulletTimelineDefaultVariant"/>
    <dgm:cxn modelId="{273CAEDD-C53F-4827-8E41-CA39135B548A}" type="presParOf" srcId="{E7803200-8701-455F-9177-61D8296669B2}" destId="{128155D9-7F5C-4D06-8F1A-9246733E203B}" srcOrd="4" destOrd="0" presId="urn:microsoft.com/office/officeart/2024/3/layout/BulletTimelineDefaultVariant"/>
    <dgm:cxn modelId="{16988F94-5E90-494A-9278-D294F06FAD9B}" type="presParOf" srcId="{E7803200-8701-455F-9177-61D8296669B2}" destId="{39730F6E-3BAB-4FC9-8290-B0978FFFB74B}" srcOrd="5" destOrd="0" presId="urn:microsoft.com/office/officeart/2024/3/layout/BulletTimelineDefaultVariant"/>
    <dgm:cxn modelId="{E0C7F9CE-62D0-4091-9537-131B7A2F8F17}" type="presParOf" srcId="{4D002711-64C3-423C-BE10-E05226EA54C2}" destId="{B14D54BE-0E45-4A0C-B4EA-0FB4D380252B}" srcOrd="3" destOrd="0" presId="urn:microsoft.com/office/officeart/2024/3/layout/BulletTimelineDefaultVariant"/>
    <dgm:cxn modelId="{F1A60CD8-56D6-4F95-A561-EB809BCE4784}" type="presParOf" srcId="{4D002711-64C3-423C-BE10-E05226EA54C2}" destId="{5C540CD3-6AE4-4E5E-ACCE-12294936E596}" srcOrd="4" destOrd="0" presId="urn:microsoft.com/office/officeart/2024/3/layout/BulletTimelineDefaultVariant"/>
    <dgm:cxn modelId="{F4D61545-5F79-4B97-911F-028A6BEEECEA}" type="presParOf" srcId="{5C540CD3-6AE4-4E5E-ACCE-12294936E596}" destId="{6DA18619-C382-4A08-A970-6A0E96824674}" srcOrd="0" destOrd="0" presId="urn:microsoft.com/office/officeart/2024/3/layout/BulletTimelineDefaultVariant"/>
    <dgm:cxn modelId="{E4DA8C7D-939D-496D-BAE2-26BBA5459EA6}" type="presParOf" srcId="{5C540CD3-6AE4-4E5E-ACCE-12294936E596}" destId="{2E012B52-51DE-4175-B6A6-314F1B401604}" srcOrd="1" destOrd="0" presId="urn:microsoft.com/office/officeart/2024/3/layout/BulletTimelineDefaultVariant"/>
    <dgm:cxn modelId="{EEE56C47-E1AA-46C7-B216-C4BF93745ADD}" type="presParOf" srcId="{2E012B52-51DE-4175-B6A6-314F1B401604}" destId="{4A9EA0A2-E81C-4D36-81D8-837B3E4FEC08}" srcOrd="0" destOrd="0" presId="urn:microsoft.com/office/officeart/2024/3/layout/BulletTimelineDefaultVariant"/>
    <dgm:cxn modelId="{3E106B51-B566-458C-9F4F-CD112D57E150}" type="presParOf" srcId="{2E012B52-51DE-4175-B6A6-314F1B401604}" destId="{AEE9EF59-1265-41DF-91D0-3723A59632B4}" srcOrd="1" destOrd="0" presId="urn:microsoft.com/office/officeart/2024/3/layout/BulletTimelineDefaultVariant"/>
    <dgm:cxn modelId="{1480CB84-2744-4B18-8A13-1EBF59772522}" type="presParOf" srcId="{5C540CD3-6AE4-4E5E-ACCE-12294936E596}" destId="{029F35EA-7F43-40B6-BAFC-EB699AAB202A}" srcOrd="2" destOrd="0" presId="urn:microsoft.com/office/officeart/2024/3/layout/BulletTimelineDefaultVariant"/>
    <dgm:cxn modelId="{A5F7D126-F232-4B52-9973-5EEB6005A8AF}" type="presParOf" srcId="{5C540CD3-6AE4-4E5E-ACCE-12294936E596}" destId="{7C14F580-B0F8-4C2B-A59B-CD2F07E06C09}" srcOrd="3" destOrd="0" presId="urn:microsoft.com/office/officeart/2024/3/layout/BulletTimelineDefaultVariant"/>
    <dgm:cxn modelId="{2BD793AD-069A-4973-AB84-91E7C8525CBC}" type="presParOf" srcId="{5C540CD3-6AE4-4E5E-ACCE-12294936E596}" destId="{B53F15A4-2F3B-4F35-97D8-9B06968155B8}" srcOrd="4" destOrd="0" presId="urn:microsoft.com/office/officeart/2024/3/layout/BulletTimelineDefaultVariant"/>
    <dgm:cxn modelId="{987E0343-3FB9-436C-A2BB-E50E9E77ACEF}" type="presParOf" srcId="{5C540CD3-6AE4-4E5E-ACCE-12294936E596}" destId="{52B02A29-341A-4AA8-84AE-76B8074BB0FA}" srcOrd="5" destOrd="0" presId="urn:microsoft.com/office/officeart/2024/3/layout/BulletTimelineDefaultVarian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0A1DCA-2E23-4199-A3DE-1C170A346D0D}" type="doc">
      <dgm:prSet loTypeId="urn:microsoft.com/office/officeart/2025/8/layout/Vertical Process 01" loCatId="list" qsTypeId="urn:microsoft.com/office/officeart/2005/8/quickstyle/simple1" qsCatId="simple" csTypeId="urn:microsoft.com/office/officeart/2025/7/colors/Standard Color_2#48" csCatId="accent1" phldr="1"/>
      <dgm:spPr/>
      <dgm:t>
        <a:bodyPr/>
        <a:lstStyle/>
        <a:p>
          <a:endParaRPr lang="en-US"/>
        </a:p>
      </dgm:t>
    </dgm:pt>
    <dgm:pt modelId="{0C42FEF3-0B55-41EF-AA13-9919924126D2}">
      <dgm:prSet phldrT="[Text]" phldr="0" custT="1"/>
      <dgm:spPr/>
      <dgm:t>
        <a:bodyPr/>
        <a:lstStyle/>
        <a:p>
          <a:pPr>
            <a:defRPr b="1"/>
          </a:pPr>
          <a:r>
            <a:rPr lang="en-US" sz="2600" b="0" cap="all" dirty="0">
              <a:solidFill>
                <a:schemeClr val="accent1"/>
              </a:solidFill>
            </a:rPr>
            <a:t>Benefits</a:t>
          </a:r>
          <a:endParaRPr lang="en-US" sz="2600" b="0" dirty="0"/>
        </a:p>
      </dgm:t>
    </dgm:pt>
    <dgm:pt modelId="{5C4E1364-2AA1-49FB-9806-777D2BC336BA}" type="parTrans" cxnId="{A3DBFC5E-B667-45C5-B057-702597A4AB92}">
      <dgm:prSet/>
      <dgm:spPr/>
      <dgm:t>
        <a:bodyPr/>
        <a:lstStyle/>
        <a:p>
          <a:endParaRPr lang="en-US"/>
        </a:p>
      </dgm:t>
    </dgm:pt>
    <dgm:pt modelId="{10DE46B6-D2D6-4266-B223-9EE4219A205D}" type="sibTrans" cxnId="{A3DBFC5E-B667-45C5-B057-702597A4AB92}">
      <dgm:prSet phldrT="1" phldr="0"/>
      <dgm:spPr>
        <a:ln w="57150">
          <a:solidFill>
            <a:schemeClr val="bg2"/>
          </a:solidFill>
        </a:ln>
      </dgm:spPr>
      <dgm:t>
        <a:bodyPr/>
        <a:lstStyle/>
        <a:p>
          <a:pPr>
            <a:defRPr b="1"/>
          </a:pPr>
          <a:r>
            <a:t>1</a:t>
          </a:r>
        </a:p>
      </dgm:t>
    </dgm:pt>
    <dgm:pt modelId="{20796DDC-EA59-4C2B-A6EA-E1A918509F70}">
      <dgm:prSet phldrT="[Text]" phldr="0" custT="1"/>
      <dgm:spPr/>
      <dgm:t>
        <a:bodyPr/>
        <a:lstStyle/>
        <a:p>
          <a:r>
            <a:rPr lang="en-US" sz="2400" dirty="0">
              <a:solidFill>
                <a:schemeClr val="tx2"/>
              </a:solidFill>
            </a:rPr>
            <a:t>Reduced image size for faster distribution and lower overhead</a:t>
          </a:r>
          <a:endParaRPr lang="en-US" sz="2400" dirty="0"/>
        </a:p>
      </dgm:t>
    </dgm:pt>
    <dgm:pt modelId="{2D6D1E5E-7BFE-4E14-91F6-22B6F4FEED37}" type="parTrans" cxnId="{D6A4F09E-CD67-415F-9E8B-8ACE10C38FDE}">
      <dgm:prSet/>
      <dgm:spPr/>
      <dgm:t>
        <a:bodyPr/>
        <a:lstStyle/>
        <a:p>
          <a:endParaRPr lang="en-US"/>
        </a:p>
      </dgm:t>
    </dgm:pt>
    <dgm:pt modelId="{97F7EB67-658F-46BC-A152-00E2A3155A53}" type="sibTrans" cxnId="{D6A4F09E-CD67-415F-9E8B-8ACE10C38FDE}">
      <dgm:prSet/>
      <dgm:spPr/>
      <dgm:t>
        <a:bodyPr/>
        <a:lstStyle/>
        <a:p>
          <a:endParaRPr lang="en-US"/>
        </a:p>
      </dgm:t>
    </dgm:pt>
    <dgm:pt modelId="{EAEBE13F-837C-4EFB-BD89-99889FBC8C20}">
      <dgm:prSet phldrT="[Text]" phldr="0" custT="1"/>
      <dgm:spPr/>
      <dgm:t>
        <a:bodyPr/>
        <a:lstStyle/>
        <a:p>
          <a:pPr>
            <a:defRPr b="1"/>
          </a:pPr>
          <a:r>
            <a:rPr lang="en-US" sz="2600" b="0" cap="all" dirty="0">
              <a:solidFill>
                <a:schemeClr val="accent1"/>
              </a:solidFill>
            </a:rPr>
            <a:t>Trade-offs</a:t>
          </a:r>
          <a:endParaRPr lang="en-US" sz="2600" b="0" dirty="0"/>
        </a:p>
      </dgm:t>
    </dgm:pt>
    <dgm:pt modelId="{5237DCB1-6B5D-4801-98D5-9B6AD4FDD2A5}" type="parTrans" cxnId="{E2E57B21-4DA8-4D76-B1BC-DC58F140DD52}">
      <dgm:prSet/>
      <dgm:spPr/>
      <dgm:t>
        <a:bodyPr/>
        <a:lstStyle/>
        <a:p>
          <a:endParaRPr lang="en-US"/>
        </a:p>
      </dgm:t>
    </dgm:pt>
    <dgm:pt modelId="{A51D903B-6AA2-4482-80F5-4BC75D4F1DB0}" type="sibTrans" cxnId="{E2E57B21-4DA8-4D76-B1BC-DC58F140DD52}">
      <dgm:prSet phldrT="2" phldr="0"/>
      <dgm:spPr>
        <a:ln w="57150">
          <a:solidFill>
            <a:schemeClr val="bg2"/>
          </a:solidFill>
        </a:ln>
      </dgm:spPr>
      <dgm:t>
        <a:bodyPr/>
        <a:lstStyle/>
        <a:p>
          <a:pPr>
            <a:defRPr b="1"/>
          </a:pPr>
          <a:r>
            <a:t>2</a:t>
          </a:r>
        </a:p>
      </dgm:t>
    </dgm:pt>
    <dgm:pt modelId="{6902ED6D-F526-41E7-985D-802B709A378A}">
      <dgm:prSet phldrT="[Text]" phldr="0" custT="1"/>
      <dgm:spPr/>
      <dgm:t>
        <a:bodyPr/>
        <a:lstStyle/>
        <a:p>
          <a:r>
            <a:rPr lang="en-US" sz="2400" dirty="0">
              <a:solidFill>
                <a:schemeClr val="tx2"/>
              </a:solidFill>
            </a:rPr>
            <a:t>Limited debugging abilities inside the running container</a:t>
          </a:r>
          <a:endParaRPr lang="en-US" sz="2400" dirty="0"/>
        </a:p>
      </dgm:t>
    </dgm:pt>
    <dgm:pt modelId="{8E5DDC90-FE66-401F-AA13-9D5FBB8F732A}" type="parTrans" cxnId="{3594C4A3-26BC-4787-A9CC-BC3221BC0C3C}">
      <dgm:prSet/>
      <dgm:spPr/>
      <dgm:t>
        <a:bodyPr/>
        <a:lstStyle/>
        <a:p>
          <a:endParaRPr lang="en-US"/>
        </a:p>
      </dgm:t>
    </dgm:pt>
    <dgm:pt modelId="{82A11FCE-806A-4D82-AC61-FE76A58FF72C}" type="sibTrans" cxnId="{3594C4A3-26BC-4787-A9CC-BC3221BC0C3C}">
      <dgm:prSet/>
      <dgm:spPr/>
      <dgm:t>
        <a:bodyPr/>
        <a:lstStyle/>
        <a:p>
          <a:endParaRPr lang="en-US"/>
        </a:p>
      </dgm:t>
    </dgm:pt>
    <dgm:pt modelId="{45CFF19E-1561-46A8-B854-C1129307A653}" type="pres">
      <dgm:prSet presAssocID="{040A1DCA-2E23-4199-A3DE-1C170A346D0D}" presName="linearFlow" presStyleCnt="0">
        <dgm:presLayoutVars>
          <dgm:dir/>
          <dgm:animLvl val="lvl"/>
          <dgm:resizeHandles val="exact"/>
        </dgm:presLayoutVars>
      </dgm:prSet>
      <dgm:spPr/>
    </dgm:pt>
    <dgm:pt modelId="{2167E17F-F377-42A2-9115-1CF21FDE5F04}" type="pres">
      <dgm:prSet presAssocID="{0C42FEF3-0B55-41EF-AA13-9919924126D2}" presName="composite" presStyleCnt="0"/>
      <dgm:spPr/>
    </dgm:pt>
    <dgm:pt modelId="{C51FFF0E-1D94-4AFB-9CC8-DBB0B5B78D37}" type="pres">
      <dgm:prSet presAssocID="{10DE46B6-D2D6-4266-B223-9EE4219A205D}" presName="idxText" presStyleLbl="alignAcc1" presStyleIdx="0" presStyleCnt="2">
        <dgm:presLayoutVars>
          <dgm:chMax val="1"/>
          <dgm:bulletEnabled val="1"/>
        </dgm:presLayoutVars>
      </dgm:prSet>
      <dgm:spPr>
        <a:prstGeom prst="rect">
          <a:avLst/>
        </a:prstGeom>
      </dgm:spPr>
    </dgm:pt>
    <dgm:pt modelId="{539AD4EB-5E82-4410-A9C3-F511D9C74F80}" type="pres">
      <dgm:prSet presAssocID="{0C42FEF3-0B55-41EF-AA13-9919924126D2}" presName="parentNode" presStyleLbl="revTx" presStyleIdx="0" presStyleCnt="4">
        <dgm:presLayoutVars>
          <dgm:bulletEnabled val="1"/>
        </dgm:presLayoutVars>
      </dgm:prSet>
      <dgm:spPr/>
    </dgm:pt>
    <dgm:pt modelId="{ED87E15D-95EA-4E11-9336-E132C6F5CF65}" type="pres">
      <dgm:prSet presAssocID="{0C42FEF3-0B55-41EF-AA13-9919924126D2}" presName="childNode" presStyleLbl="revTx" presStyleIdx="1" presStyleCnt="4">
        <dgm:presLayoutVars>
          <dgm:bulletEnabled val="1"/>
        </dgm:presLayoutVars>
      </dgm:prSet>
      <dgm:spPr/>
    </dgm:pt>
    <dgm:pt modelId="{581B0375-B248-4F5A-9FBD-4BA21FC5E228}" type="pres">
      <dgm:prSet presAssocID="{10DE46B6-D2D6-4266-B223-9EE4219A205D}" presName="sp" presStyleCnt="0"/>
      <dgm:spPr/>
    </dgm:pt>
    <dgm:pt modelId="{A555D703-C156-4B97-BD88-0847CD5447DF}" type="pres">
      <dgm:prSet presAssocID="{EAEBE13F-837C-4EFB-BD89-99889FBC8C20}" presName="composite" presStyleCnt="0"/>
      <dgm:spPr/>
    </dgm:pt>
    <dgm:pt modelId="{54491A22-F101-481F-B3F8-5B6A1E3D5FD0}" type="pres">
      <dgm:prSet presAssocID="{A51D903B-6AA2-4482-80F5-4BC75D4F1DB0}" presName="idxText" presStyleLbl="alignAcc1" presStyleIdx="1" presStyleCnt="2">
        <dgm:presLayoutVars>
          <dgm:chMax val="1"/>
          <dgm:bulletEnabled val="1"/>
        </dgm:presLayoutVars>
      </dgm:prSet>
      <dgm:spPr>
        <a:prstGeom prst="rect">
          <a:avLst/>
        </a:prstGeom>
      </dgm:spPr>
    </dgm:pt>
    <dgm:pt modelId="{57FB2030-152A-4F3D-82EF-1BCADCD2BA97}" type="pres">
      <dgm:prSet presAssocID="{EAEBE13F-837C-4EFB-BD89-99889FBC8C20}" presName="parentNode" presStyleLbl="revTx" presStyleIdx="2" presStyleCnt="4">
        <dgm:presLayoutVars>
          <dgm:bulletEnabled val="1"/>
        </dgm:presLayoutVars>
      </dgm:prSet>
      <dgm:spPr/>
    </dgm:pt>
    <dgm:pt modelId="{90B1C859-744A-4126-9213-BD847C8DEBB0}" type="pres">
      <dgm:prSet presAssocID="{EAEBE13F-837C-4EFB-BD89-99889FBC8C20}" presName="childNode" presStyleLbl="revTx" presStyleIdx="3" presStyleCnt="4">
        <dgm:presLayoutVars>
          <dgm:bulletEnabled val="1"/>
        </dgm:presLayoutVars>
      </dgm:prSet>
      <dgm:spPr/>
    </dgm:pt>
  </dgm:ptLst>
  <dgm:cxnLst>
    <dgm:cxn modelId="{E2E57B21-4DA8-4D76-B1BC-DC58F140DD52}" srcId="{040A1DCA-2E23-4199-A3DE-1C170A346D0D}" destId="{EAEBE13F-837C-4EFB-BD89-99889FBC8C20}" srcOrd="1" destOrd="0" parTransId="{5237DCB1-6B5D-4801-98D5-9B6AD4FDD2A5}" sibTransId="{A51D903B-6AA2-4482-80F5-4BC75D4F1DB0}"/>
    <dgm:cxn modelId="{30DF552B-8F99-435E-83AF-DB1EC7C0EBBA}" type="presOf" srcId="{6902ED6D-F526-41E7-985D-802B709A378A}" destId="{90B1C859-744A-4126-9213-BD847C8DEBB0}" srcOrd="0" destOrd="0" presId="urn:microsoft.com/office/officeart/2025/8/layout/Vertical Process 01"/>
    <dgm:cxn modelId="{A3DBFC5E-B667-45C5-B057-702597A4AB92}" srcId="{040A1DCA-2E23-4199-A3DE-1C170A346D0D}" destId="{0C42FEF3-0B55-41EF-AA13-9919924126D2}" srcOrd="0" destOrd="0" parTransId="{5C4E1364-2AA1-49FB-9806-777D2BC336BA}" sibTransId="{10DE46B6-D2D6-4266-B223-9EE4219A205D}"/>
    <dgm:cxn modelId="{94F52141-42FD-433B-823D-0EDB8130F6F4}" type="presOf" srcId="{20796DDC-EA59-4C2B-A6EA-E1A918509F70}" destId="{ED87E15D-95EA-4E11-9336-E132C6F5CF65}" srcOrd="0" destOrd="0" presId="urn:microsoft.com/office/officeart/2025/8/layout/Vertical Process 01"/>
    <dgm:cxn modelId="{F977385A-7B48-4855-86BC-E5FEC0F58DF7}" type="presOf" srcId="{0C42FEF3-0B55-41EF-AA13-9919924126D2}" destId="{539AD4EB-5E82-4410-A9C3-F511D9C74F80}" srcOrd="0" destOrd="0" presId="urn:microsoft.com/office/officeart/2025/8/layout/Vertical Process 01"/>
    <dgm:cxn modelId="{D6A4F09E-CD67-415F-9E8B-8ACE10C38FDE}" srcId="{0C42FEF3-0B55-41EF-AA13-9919924126D2}" destId="{20796DDC-EA59-4C2B-A6EA-E1A918509F70}" srcOrd="0" destOrd="0" parTransId="{2D6D1E5E-7BFE-4E14-91F6-22B6F4FEED37}" sibTransId="{97F7EB67-658F-46BC-A152-00E2A3155A53}"/>
    <dgm:cxn modelId="{3594C4A3-26BC-4787-A9CC-BC3221BC0C3C}" srcId="{EAEBE13F-837C-4EFB-BD89-99889FBC8C20}" destId="{6902ED6D-F526-41E7-985D-802B709A378A}" srcOrd="0" destOrd="0" parTransId="{8E5DDC90-FE66-401F-AA13-9D5FBB8F732A}" sibTransId="{82A11FCE-806A-4D82-AC61-FE76A58FF72C}"/>
    <dgm:cxn modelId="{377A90BB-9A31-47FB-B3D4-ECA4C859A51D}" type="presOf" srcId="{10DE46B6-D2D6-4266-B223-9EE4219A205D}" destId="{C51FFF0E-1D94-4AFB-9CC8-DBB0B5B78D37}" srcOrd="0" destOrd="0" presId="urn:microsoft.com/office/officeart/2025/8/layout/Vertical Process 01"/>
    <dgm:cxn modelId="{130BAEDF-5717-41FF-86DC-9D48A747D68D}" type="presOf" srcId="{040A1DCA-2E23-4199-A3DE-1C170A346D0D}" destId="{45CFF19E-1561-46A8-B854-C1129307A653}" srcOrd="0" destOrd="0" presId="urn:microsoft.com/office/officeart/2025/8/layout/Vertical Process 01"/>
    <dgm:cxn modelId="{064E3DE3-8458-4ED8-A509-45D8B2207105}" type="presOf" srcId="{A51D903B-6AA2-4482-80F5-4BC75D4F1DB0}" destId="{54491A22-F101-481F-B3F8-5B6A1E3D5FD0}" srcOrd="0" destOrd="0" presId="urn:microsoft.com/office/officeart/2025/8/layout/Vertical Process 01"/>
    <dgm:cxn modelId="{2146C3EA-30DD-4495-96E4-C912F75D4DB3}" type="presOf" srcId="{EAEBE13F-837C-4EFB-BD89-99889FBC8C20}" destId="{57FB2030-152A-4F3D-82EF-1BCADCD2BA97}" srcOrd="0" destOrd="0" presId="urn:microsoft.com/office/officeart/2025/8/layout/Vertical Process 01"/>
    <dgm:cxn modelId="{392FDE62-5456-47A6-B879-0638892509C3}" type="presParOf" srcId="{45CFF19E-1561-46A8-B854-C1129307A653}" destId="{2167E17F-F377-42A2-9115-1CF21FDE5F04}" srcOrd="0" destOrd="0" presId="urn:microsoft.com/office/officeart/2025/8/layout/Vertical Process 01"/>
    <dgm:cxn modelId="{775C46A3-9F22-470A-8797-1D6C300B5F93}" type="presParOf" srcId="{2167E17F-F377-42A2-9115-1CF21FDE5F04}" destId="{C51FFF0E-1D94-4AFB-9CC8-DBB0B5B78D37}" srcOrd="0" destOrd="0" presId="urn:microsoft.com/office/officeart/2025/8/layout/Vertical Process 01"/>
    <dgm:cxn modelId="{DF8C1D4A-C9D7-47BE-93A1-E281066BC9EA}" type="presParOf" srcId="{2167E17F-F377-42A2-9115-1CF21FDE5F04}" destId="{539AD4EB-5E82-4410-A9C3-F511D9C74F80}" srcOrd="1" destOrd="0" presId="urn:microsoft.com/office/officeart/2025/8/layout/Vertical Process 01"/>
    <dgm:cxn modelId="{12AAD9F1-DA13-41E9-ADB0-71F53B9B6AC9}" type="presParOf" srcId="{2167E17F-F377-42A2-9115-1CF21FDE5F04}" destId="{ED87E15D-95EA-4E11-9336-E132C6F5CF65}" srcOrd="2" destOrd="0" presId="urn:microsoft.com/office/officeart/2025/8/layout/Vertical Process 01"/>
    <dgm:cxn modelId="{19803C19-5FB6-4ACD-82D3-69B1155C7657}" type="presParOf" srcId="{45CFF19E-1561-46A8-B854-C1129307A653}" destId="{581B0375-B248-4F5A-9FBD-4BA21FC5E228}" srcOrd="1" destOrd="0" presId="urn:microsoft.com/office/officeart/2025/8/layout/Vertical Process 01"/>
    <dgm:cxn modelId="{5DDEC1C5-B702-4D54-AC0F-8F506DB44B3C}" type="presParOf" srcId="{45CFF19E-1561-46A8-B854-C1129307A653}" destId="{A555D703-C156-4B97-BD88-0847CD5447DF}" srcOrd="2" destOrd="0" presId="urn:microsoft.com/office/officeart/2025/8/layout/Vertical Process 01"/>
    <dgm:cxn modelId="{E53D6C0F-BDC0-40B3-962D-73281DD50D5B}" type="presParOf" srcId="{A555D703-C156-4B97-BD88-0847CD5447DF}" destId="{54491A22-F101-481F-B3F8-5B6A1E3D5FD0}" srcOrd="0" destOrd="0" presId="urn:microsoft.com/office/officeart/2025/8/layout/Vertical Process 01"/>
    <dgm:cxn modelId="{3E7E163C-4C29-419C-9A42-FADF57D8D65F}" type="presParOf" srcId="{A555D703-C156-4B97-BD88-0847CD5447DF}" destId="{57FB2030-152A-4F3D-82EF-1BCADCD2BA97}" srcOrd="1" destOrd="0" presId="urn:microsoft.com/office/officeart/2025/8/layout/Vertical Process 01"/>
    <dgm:cxn modelId="{72B5B4A2-269B-4160-AFD8-43C35B1CBC9C}" type="presParOf" srcId="{A555D703-C156-4B97-BD88-0847CD5447DF}" destId="{90B1C859-744A-4126-9213-BD847C8DEBB0}" srcOrd="2" destOrd="0" presId="urn:microsoft.com/office/officeart/2025/8/layout/Vertical Process 0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0A1DCA-2E23-4199-A3DE-1C170A346D0D}" type="doc">
      <dgm:prSet loTypeId="urn:microsoft.com/office/officeart/2025/8/layout/Vertical Process 01" loCatId="list" qsTypeId="urn:microsoft.com/office/officeart/2005/8/quickstyle/simple1" qsCatId="simple" csTypeId="urn:microsoft.com/office/officeart/2025/7/colors/Standard Color_2#48" csCatId="accent1" phldr="1"/>
      <dgm:spPr/>
      <dgm:t>
        <a:bodyPr/>
        <a:lstStyle/>
        <a:p>
          <a:endParaRPr lang="en-US"/>
        </a:p>
      </dgm:t>
    </dgm:pt>
    <dgm:pt modelId="{0C42FEF3-0B55-41EF-AA13-9919924126D2}">
      <dgm:prSet phldrT="[Text]" phldr="0" custT="1"/>
      <dgm:spPr/>
      <dgm:t>
        <a:bodyPr/>
        <a:lstStyle/>
        <a:p>
          <a:pPr>
            <a:defRPr b="1"/>
          </a:pPr>
          <a:r>
            <a:rPr lang="en-US" sz="2600" b="0" cap="all" dirty="0">
              <a:solidFill>
                <a:schemeClr val="accent1"/>
              </a:solidFill>
            </a:rPr>
            <a:t>Build stage</a:t>
          </a:r>
          <a:endParaRPr lang="en-US" sz="2600" b="0" dirty="0"/>
        </a:p>
      </dgm:t>
    </dgm:pt>
    <dgm:pt modelId="{5C4E1364-2AA1-49FB-9806-777D2BC336BA}" type="parTrans" cxnId="{A3DBFC5E-B667-45C5-B057-702597A4AB92}">
      <dgm:prSet/>
      <dgm:spPr/>
      <dgm:t>
        <a:bodyPr/>
        <a:lstStyle/>
        <a:p>
          <a:endParaRPr lang="en-US"/>
        </a:p>
      </dgm:t>
    </dgm:pt>
    <dgm:pt modelId="{10DE46B6-D2D6-4266-B223-9EE4219A205D}" type="sibTrans" cxnId="{A3DBFC5E-B667-45C5-B057-702597A4AB92}">
      <dgm:prSet phldrT="1" phldr="0"/>
      <dgm:spPr>
        <a:ln w="57150">
          <a:solidFill>
            <a:schemeClr val="bg2"/>
          </a:solidFill>
        </a:ln>
      </dgm:spPr>
      <dgm:t>
        <a:bodyPr/>
        <a:lstStyle/>
        <a:p>
          <a:pPr>
            <a:defRPr b="1"/>
          </a:pPr>
          <a:r>
            <a:t>1</a:t>
          </a:r>
        </a:p>
      </dgm:t>
    </dgm:pt>
    <dgm:pt modelId="{20796DDC-EA59-4C2B-A6EA-E1A918509F70}">
      <dgm:prSet phldrT="[Text]" phldr="0" custT="1"/>
      <dgm:spPr/>
      <dgm:t>
        <a:bodyPr/>
        <a:lstStyle/>
        <a:p>
          <a:r>
            <a:rPr lang="en-US" sz="2400" dirty="0">
              <a:solidFill>
                <a:schemeClr val="tx2"/>
              </a:solidFill>
            </a:rPr>
            <a:t>Use a full base image with compilers and build tools</a:t>
          </a:r>
          <a:endParaRPr lang="en-US" sz="2400" dirty="0"/>
        </a:p>
      </dgm:t>
    </dgm:pt>
    <dgm:pt modelId="{2D6D1E5E-7BFE-4E14-91F6-22B6F4FEED37}" type="parTrans" cxnId="{D6A4F09E-CD67-415F-9E8B-8ACE10C38FDE}">
      <dgm:prSet/>
      <dgm:spPr/>
      <dgm:t>
        <a:bodyPr/>
        <a:lstStyle/>
        <a:p>
          <a:endParaRPr lang="en-US"/>
        </a:p>
      </dgm:t>
    </dgm:pt>
    <dgm:pt modelId="{97F7EB67-658F-46BC-A152-00E2A3155A53}" type="sibTrans" cxnId="{D6A4F09E-CD67-415F-9E8B-8ACE10C38FDE}">
      <dgm:prSet/>
      <dgm:spPr/>
      <dgm:t>
        <a:bodyPr/>
        <a:lstStyle/>
        <a:p>
          <a:endParaRPr lang="en-US"/>
        </a:p>
      </dgm:t>
    </dgm:pt>
    <dgm:pt modelId="{EAEBE13F-837C-4EFB-BD89-99889FBC8C20}">
      <dgm:prSet phldrT="[Text]" phldr="0" custT="1"/>
      <dgm:spPr/>
      <dgm:t>
        <a:bodyPr/>
        <a:lstStyle/>
        <a:p>
          <a:pPr>
            <a:defRPr b="1"/>
          </a:pPr>
          <a:r>
            <a:rPr lang="en-US" sz="2600" b="0" cap="all" dirty="0">
              <a:solidFill>
                <a:schemeClr val="accent1"/>
              </a:solidFill>
            </a:rPr>
            <a:t>Compile app</a:t>
          </a:r>
          <a:endParaRPr lang="en-US" sz="2600" b="0" dirty="0"/>
        </a:p>
      </dgm:t>
    </dgm:pt>
    <dgm:pt modelId="{5237DCB1-6B5D-4801-98D5-9B6AD4FDD2A5}" type="parTrans" cxnId="{E2E57B21-4DA8-4D76-B1BC-DC58F140DD52}">
      <dgm:prSet/>
      <dgm:spPr/>
      <dgm:t>
        <a:bodyPr/>
        <a:lstStyle/>
        <a:p>
          <a:endParaRPr lang="en-US"/>
        </a:p>
      </dgm:t>
    </dgm:pt>
    <dgm:pt modelId="{A51D903B-6AA2-4482-80F5-4BC75D4F1DB0}" type="sibTrans" cxnId="{E2E57B21-4DA8-4D76-B1BC-DC58F140DD52}">
      <dgm:prSet phldrT="2" phldr="0"/>
      <dgm:spPr>
        <a:ln w="57150">
          <a:solidFill>
            <a:schemeClr val="bg2"/>
          </a:solidFill>
        </a:ln>
      </dgm:spPr>
      <dgm:t>
        <a:bodyPr/>
        <a:lstStyle/>
        <a:p>
          <a:pPr>
            <a:defRPr b="1"/>
          </a:pPr>
          <a:r>
            <a:t>2</a:t>
          </a:r>
        </a:p>
      </dgm:t>
    </dgm:pt>
    <dgm:pt modelId="{6902ED6D-F526-41E7-985D-802B709A378A}">
      <dgm:prSet phldrT="[Text]" phldr="0" custT="1"/>
      <dgm:spPr/>
      <dgm:t>
        <a:bodyPr/>
        <a:lstStyle/>
        <a:p>
          <a:r>
            <a:rPr lang="en-US" sz="2400" dirty="0">
              <a:solidFill>
                <a:schemeClr val="tx2"/>
              </a:solidFill>
            </a:rPr>
            <a:t>Generate the application binary in the builder container</a:t>
          </a:r>
          <a:endParaRPr lang="en-US" sz="2400" dirty="0"/>
        </a:p>
      </dgm:t>
    </dgm:pt>
    <dgm:pt modelId="{8E5DDC90-FE66-401F-AA13-9D5FBB8F732A}" type="parTrans" cxnId="{3594C4A3-26BC-4787-A9CC-BC3221BC0C3C}">
      <dgm:prSet/>
      <dgm:spPr/>
      <dgm:t>
        <a:bodyPr/>
        <a:lstStyle/>
        <a:p>
          <a:endParaRPr lang="en-US"/>
        </a:p>
      </dgm:t>
    </dgm:pt>
    <dgm:pt modelId="{82A11FCE-806A-4D82-AC61-FE76A58FF72C}" type="sibTrans" cxnId="{3594C4A3-26BC-4787-A9CC-BC3221BC0C3C}">
      <dgm:prSet/>
      <dgm:spPr/>
      <dgm:t>
        <a:bodyPr/>
        <a:lstStyle/>
        <a:p>
          <a:endParaRPr lang="en-US"/>
        </a:p>
      </dgm:t>
    </dgm:pt>
    <dgm:pt modelId="{B54DFCE8-46A8-4265-916C-EBF061C0F5EF}">
      <dgm:prSet phldrT="[Text]" phldr="0" custT="1"/>
      <dgm:spPr/>
      <dgm:t>
        <a:bodyPr/>
        <a:lstStyle/>
        <a:p>
          <a:pPr>
            <a:defRPr b="1"/>
          </a:pPr>
          <a:r>
            <a:rPr lang="en-US" sz="2600" b="0" cap="all" dirty="0">
              <a:solidFill>
                <a:schemeClr val="accent1"/>
              </a:solidFill>
            </a:rPr>
            <a:t>Copy artifact</a:t>
          </a:r>
          <a:endParaRPr lang="en-US" sz="2600" b="0" dirty="0"/>
        </a:p>
      </dgm:t>
    </dgm:pt>
    <dgm:pt modelId="{D1C9FD40-EF5F-447C-8311-A888A4C71D4D}" type="parTrans" cxnId="{7C1BB53E-E629-406F-9281-CD1291061689}">
      <dgm:prSet/>
      <dgm:spPr/>
      <dgm:t>
        <a:bodyPr/>
        <a:lstStyle/>
        <a:p>
          <a:endParaRPr lang="en-US"/>
        </a:p>
      </dgm:t>
    </dgm:pt>
    <dgm:pt modelId="{5715F38A-B448-48C0-8620-A7E5D68DB011}" type="sibTrans" cxnId="{7C1BB53E-E629-406F-9281-CD1291061689}">
      <dgm:prSet phldrT="3" phldr="0"/>
      <dgm:spPr>
        <a:ln w="57150">
          <a:solidFill>
            <a:schemeClr val="bg2"/>
          </a:solidFill>
        </a:ln>
      </dgm:spPr>
      <dgm:t>
        <a:bodyPr/>
        <a:lstStyle/>
        <a:p>
          <a:pPr>
            <a:defRPr b="1"/>
          </a:pPr>
          <a:r>
            <a:t>3</a:t>
          </a:r>
        </a:p>
      </dgm:t>
    </dgm:pt>
    <dgm:pt modelId="{C5665408-5B8C-4F7C-AE60-91926D5C5385}">
      <dgm:prSet phldrT="[Text]" phldr="0" custT="1"/>
      <dgm:spPr/>
      <dgm:t>
        <a:bodyPr/>
        <a:lstStyle/>
        <a:p>
          <a:r>
            <a:rPr lang="en-US" sz="2400" dirty="0">
              <a:solidFill>
                <a:schemeClr val="tx2"/>
              </a:solidFill>
            </a:rPr>
            <a:t>Move only the binary into the final runtime image</a:t>
          </a:r>
          <a:endParaRPr lang="en-US" sz="2400" dirty="0"/>
        </a:p>
      </dgm:t>
    </dgm:pt>
    <dgm:pt modelId="{DE274FAC-9EDC-4783-850E-75F5051E0A59}" type="parTrans" cxnId="{793AA6C4-AAE2-44C8-8E60-0D65F788A984}">
      <dgm:prSet/>
      <dgm:spPr/>
      <dgm:t>
        <a:bodyPr/>
        <a:lstStyle/>
        <a:p>
          <a:endParaRPr lang="en-US"/>
        </a:p>
      </dgm:t>
    </dgm:pt>
    <dgm:pt modelId="{B6E26998-0EE1-43A9-801B-80309D466DC1}" type="sibTrans" cxnId="{793AA6C4-AAE2-44C8-8E60-0D65F788A984}">
      <dgm:prSet/>
      <dgm:spPr/>
      <dgm:t>
        <a:bodyPr/>
        <a:lstStyle/>
        <a:p>
          <a:endParaRPr lang="en-US"/>
        </a:p>
      </dgm:t>
    </dgm:pt>
    <dgm:pt modelId="{45CFF19E-1561-46A8-B854-C1129307A653}" type="pres">
      <dgm:prSet presAssocID="{040A1DCA-2E23-4199-A3DE-1C170A346D0D}" presName="linearFlow" presStyleCnt="0">
        <dgm:presLayoutVars>
          <dgm:dir/>
          <dgm:animLvl val="lvl"/>
          <dgm:resizeHandles val="exact"/>
        </dgm:presLayoutVars>
      </dgm:prSet>
      <dgm:spPr/>
    </dgm:pt>
    <dgm:pt modelId="{2167E17F-F377-42A2-9115-1CF21FDE5F04}" type="pres">
      <dgm:prSet presAssocID="{0C42FEF3-0B55-41EF-AA13-9919924126D2}" presName="composite" presStyleCnt="0"/>
      <dgm:spPr/>
    </dgm:pt>
    <dgm:pt modelId="{C51FFF0E-1D94-4AFB-9CC8-DBB0B5B78D37}" type="pres">
      <dgm:prSet presAssocID="{10DE46B6-D2D6-4266-B223-9EE4219A205D}" presName="idxText" presStyleLbl="alignAcc1" presStyleIdx="0" presStyleCnt="3">
        <dgm:presLayoutVars>
          <dgm:chMax val="1"/>
          <dgm:bulletEnabled val="1"/>
        </dgm:presLayoutVars>
      </dgm:prSet>
      <dgm:spPr>
        <a:prstGeom prst="rect">
          <a:avLst/>
        </a:prstGeom>
      </dgm:spPr>
    </dgm:pt>
    <dgm:pt modelId="{539AD4EB-5E82-4410-A9C3-F511D9C74F80}" type="pres">
      <dgm:prSet presAssocID="{0C42FEF3-0B55-41EF-AA13-9919924126D2}" presName="parentNode" presStyleLbl="revTx" presStyleIdx="0" presStyleCnt="6">
        <dgm:presLayoutVars>
          <dgm:bulletEnabled val="1"/>
        </dgm:presLayoutVars>
      </dgm:prSet>
      <dgm:spPr/>
    </dgm:pt>
    <dgm:pt modelId="{ED87E15D-95EA-4E11-9336-E132C6F5CF65}" type="pres">
      <dgm:prSet presAssocID="{0C42FEF3-0B55-41EF-AA13-9919924126D2}" presName="childNode" presStyleLbl="revTx" presStyleIdx="1" presStyleCnt="6">
        <dgm:presLayoutVars>
          <dgm:bulletEnabled val="1"/>
        </dgm:presLayoutVars>
      </dgm:prSet>
      <dgm:spPr/>
    </dgm:pt>
    <dgm:pt modelId="{581B0375-B248-4F5A-9FBD-4BA21FC5E228}" type="pres">
      <dgm:prSet presAssocID="{10DE46B6-D2D6-4266-B223-9EE4219A205D}" presName="sp" presStyleCnt="0"/>
      <dgm:spPr/>
    </dgm:pt>
    <dgm:pt modelId="{A555D703-C156-4B97-BD88-0847CD5447DF}" type="pres">
      <dgm:prSet presAssocID="{EAEBE13F-837C-4EFB-BD89-99889FBC8C20}" presName="composite" presStyleCnt="0"/>
      <dgm:spPr/>
    </dgm:pt>
    <dgm:pt modelId="{54491A22-F101-481F-B3F8-5B6A1E3D5FD0}" type="pres">
      <dgm:prSet presAssocID="{A51D903B-6AA2-4482-80F5-4BC75D4F1DB0}" presName="idxText" presStyleLbl="alignAcc1" presStyleIdx="1" presStyleCnt="3">
        <dgm:presLayoutVars>
          <dgm:chMax val="1"/>
          <dgm:bulletEnabled val="1"/>
        </dgm:presLayoutVars>
      </dgm:prSet>
      <dgm:spPr>
        <a:prstGeom prst="rect">
          <a:avLst/>
        </a:prstGeom>
      </dgm:spPr>
    </dgm:pt>
    <dgm:pt modelId="{57FB2030-152A-4F3D-82EF-1BCADCD2BA97}" type="pres">
      <dgm:prSet presAssocID="{EAEBE13F-837C-4EFB-BD89-99889FBC8C20}" presName="parentNode" presStyleLbl="revTx" presStyleIdx="2" presStyleCnt="6">
        <dgm:presLayoutVars>
          <dgm:bulletEnabled val="1"/>
        </dgm:presLayoutVars>
      </dgm:prSet>
      <dgm:spPr/>
    </dgm:pt>
    <dgm:pt modelId="{90B1C859-744A-4126-9213-BD847C8DEBB0}" type="pres">
      <dgm:prSet presAssocID="{EAEBE13F-837C-4EFB-BD89-99889FBC8C20}" presName="childNode" presStyleLbl="revTx" presStyleIdx="3" presStyleCnt="6">
        <dgm:presLayoutVars>
          <dgm:bulletEnabled val="1"/>
        </dgm:presLayoutVars>
      </dgm:prSet>
      <dgm:spPr/>
    </dgm:pt>
    <dgm:pt modelId="{B8050C9A-12E6-4D9A-9C10-8F83402BE022}" type="pres">
      <dgm:prSet presAssocID="{A51D903B-6AA2-4482-80F5-4BC75D4F1DB0}" presName="sp" presStyleCnt="0"/>
      <dgm:spPr/>
    </dgm:pt>
    <dgm:pt modelId="{96E66A1F-FE88-413F-8F01-9D7C5840CED0}" type="pres">
      <dgm:prSet presAssocID="{B54DFCE8-46A8-4265-916C-EBF061C0F5EF}" presName="composite" presStyleCnt="0"/>
      <dgm:spPr/>
    </dgm:pt>
    <dgm:pt modelId="{D8377FE1-0F56-4FC8-8AD1-106B7FCC1DCE}" type="pres">
      <dgm:prSet presAssocID="{5715F38A-B448-48C0-8620-A7E5D68DB011}" presName="idxText" presStyleLbl="alignAcc1" presStyleIdx="2" presStyleCnt="3">
        <dgm:presLayoutVars>
          <dgm:chMax val="1"/>
          <dgm:bulletEnabled val="1"/>
        </dgm:presLayoutVars>
      </dgm:prSet>
      <dgm:spPr>
        <a:prstGeom prst="rect">
          <a:avLst/>
        </a:prstGeom>
      </dgm:spPr>
    </dgm:pt>
    <dgm:pt modelId="{747D6D87-032F-470B-9F10-73E6F227BA2D}" type="pres">
      <dgm:prSet presAssocID="{B54DFCE8-46A8-4265-916C-EBF061C0F5EF}" presName="parentNode" presStyleLbl="revTx" presStyleIdx="4" presStyleCnt="6">
        <dgm:presLayoutVars>
          <dgm:bulletEnabled val="1"/>
        </dgm:presLayoutVars>
      </dgm:prSet>
      <dgm:spPr/>
    </dgm:pt>
    <dgm:pt modelId="{5C915A26-68F0-408A-B5BF-CDDBAC987C4B}" type="pres">
      <dgm:prSet presAssocID="{B54DFCE8-46A8-4265-916C-EBF061C0F5EF}" presName="childNode" presStyleLbl="revTx" presStyleIdx="5" presStyleCnt="6">
        <dgm:presLayoutVars>
          <dgm:bulletEnabled val="1"/>
        </dgm:presLayoutVars>
      </dgm:prSet>
      <dgm:spPr/>
    </dgm:pt>
  </dgm:ptLst>
  <dgm:cxnLst>
    <dgm:cxn modelId="{E2E57B21-4DA8-4D76-B1BC-DC58F140DD52}" srcId="{040A1DCA-2E23-4199-A3DE-1C170A346D0D}" destId="{EAEBE13F-837C-4EFB-BD89-99889FBC8C20}" srcOrd="1" destOrd="0" parTransId="{5237DCB1-6B5D-4801-98D5-9B6AD4FDD2A5}" sibTransId="{A51D903B-6AA2-4482-80F5-4BC75D4F1DB0}"/>
    <dgm:cxn modelId="{30DF552B-8F99-435E-83AF-DB1EC7C0EBBA}" type="presOf" srcId="{6902ED6D-F526-41E7-985D-802B709A378A}" destId="{90B1C859-744A-4126-9213-BD847C8DEBB0}" srcOrd="0" destOrd="0" presId="urn:microsoft.com/office/officeart/2025/8/layout/Vertical Process 01"/>
    <dgm:cxn modelId="{7C1BB53E-E629-406F-9281-CD1291061689}" srcId="{040A1DCA-2E23-4199-A3DE-1C170A346D0D}" destId="{B54DFCE8-46A8-4265-916C-EBF061C0F5EF}" srcOrd="2" destOrd="0" parTransId="{D1C9FD40-EF5F-447C-8311-A888A4C71D4D}" sibTransId="{5715F38A-B448-48C0-8620-A7E5D68DB011}"/>
    <dgm:cxn modelId="{A3DBFC5E-B667-45C5-B057-702597A4AB92}" srcId="{040A1DCA-2E23-4199-A3DE-1C170A346D0D}" destId="{0C42FEF3-0B55-41EF-AA13-9919924126D2}" srcOrd="0" destOrd="0" parTransId="{5C4E1364-2AA1-49FB-9806-777D2BC336BA}" sibTransId="{10DE46B6-D2D6-4266-B223-9EE4219A205D}"/>
    <dgm:cxn modelId="{94F52141-42FD-433B-823D-0EDB8130F6F4}" type="presOf" srcId="{20796DDC-EA59-4C2B-A6EA-E1A918509F70}" destId="{ED87E15D-95EA-4E11-9336-E132C6F5CF65}" srcOrd="0" destOrd="0" presId="urn:microsoft.com/office/officeart/2025/8/layout/Vertical Process 01"/>
    <dgm:cxn modelId="{F977385A-7B48-4855-86BC-E5FEC0F58DF7}" type="presOf" srcId="{0C42FEF3-0B55-41EF-AA13-9919924126D2}" destId="{539AD4EB-5E82-4410-A9C3-F511D9C74F80}" srcOrd="0" destOrd="0" presId="urn:microsoft.com/office/officeart/2025/8/layout/Vertical Process 01"/>
    <dgm:cxn modelId="{300CCC9E-4537-4B3F-BD7F-FA0667BD61F7}" type="presOf" srcId="{B54DFCE8-46A8-4265-916C-EBF061C0F5EF}" destId="{747D6D87-032F-470B-9F10-73E6F227BA2D}" srcOrd="0" destOrd="0" presId="urn:microsoft.com/office/officeart/2025/8/layout/Vertical Process 01"/>
    <dgm:cxn modelId="{D6A4F09E-CD67-415F-9E8B-8ACE10C38FDE}" srcId="{0C42FEF3-0B55-41EF-AA13-9919924126D2}" destId="{20796DDC-EA59-4C2B-A6EA-E1A918509F70}" srcOrd="0" destOrd="0" parTransId="{2D6D1E5E-7BFE-4E14-91F6-22B6F4FEED37}" sibTransId="{97F7EB67-658F-46BC-A152-00E2A3155A53}"/>
    <dgm:cxn modelId="{3594C4A3-26BC-4787-A9CC-BC3221BC0C3C}" srcId="{EAEBE13F-837C-4EFB-BD89-99889FBC8C20}" destId="{6902ED6D-F526-41E7-985D-802B709A378A}" srcOrd="0" destOrd="0" parTransId="{8E5DDC90-FE66-401F-AA13-9D5FBB8F732A}" sibTransId="{82A11FCE-806A-4D82-AC61-FE76A58FF72C}"/>
    <dgm:cxn modelId="{377A90BB-9A31-47FB-B3D4-ECA4C859A51D}" type="presOf" srcId="{10DE46B6-D2D6-4266-B223-9EE4219A205D}" destId="{C51FFF0E-1D94-4AFB-9CC8-DBB0B5B78D37}" srcOrd="0" destOrd="0" presId="urn:microsoft.com/office/officeart/2025/8/layout/Vertical Process 01"/>
    <dgm:cxn modelId="{793AA6C4-AAE2-44C8-8E60-0D65F788A984}" srcId="{B54DFCE8-46A8-4265-916C-EBF061C0F5EF}" destId="{C5665408-5B8C-4F7C-AE60-91926D5C5385}" srcOrd="0" destOrd="0" parTransId="{DE274FAC-9EDC-4783-850E-75F5051E0A59}" sibTransId="{B6E26998-0EE1-43A9-801B-80309D466DC1}"/>
    <dgm:cxn modelId="{130BAEDF-5717-41FF-86DC-9D48A747D68D}" type="presOf" srcId="{040A1DCA-2E23-4199-A3DE-1C170A346D0D}" destId="{45CFF19E-1561-46A8-B854-C1129307A653}" srcOrd="0" destOrd="0" presId="urn:microsoft.com/office/officeart/2025/8/layout/Vertical Process 01"/>
    <dgm:cxn modelId="{064E3DE3-8458-4ED8-A509-45D8B2207105}" type="presOf" srcId="{A51D903B-6AA2-4482-80F5-4BC75D4F1DB0}" destId="{54491A22-F101-481F-B3F8-5B6A1E3D5FD0}" srcOrd="0" destOrd="0" presId="urn:microsoft.com/office/officeart/2025/8/layout/Vertical Process 01"/>
    <dgm:cxn modelId="{661764E5-3D3A-4154-BC8D-7ACAF91D6B35}" type="presOf" srcId="{5715F38A-B448-48C0-8620-A7E5D68DB011}" destId="{D8377FE1-0F56-4FC8-8AD1-106B7FCC1DCE}" srcOrd="0" destOrd="0" presId="urn:microsoft.com/office/officeart/2025/8/layout/Vertical Process 01"/>
    <dgm:cxn modelId="{2146C3EA-30DD-4495-96E4-C912F75D4DB3}" type="presOf" srcId="{EAEBE13F-837C-4EFB-BD89-99889FBC8C20}" destId="{57FB2030-152A-4F3D-82EF-1BCADCD2BA97}" srcOrd="0" destOrd="0" presId="urn:microsoft.com/office/officeart/2025/8/layout/Vertical Process 01"/>
    <dgm:cxn modelId="{A07901F9-3BEE-4B80-88EF-337BEE6DB2B5}" type="presOf" srcId="{C5665408-5B8C-4F7C-AE60-91926D5C5385}" destId="{5C915A26-68F0-408A-B5BF-CDDBAC987C4B}" srcOrd="0" destOrd="0" presId="urn:microsoft.com/office/officeart/2025/8/layout/Vertical Process 01"/>
    <dgm:cxn modelId="{392FDE62-5456-47A6-B879-0638892509C3}" type="presParOf" srcId="{45CFF19E-1561-46A8-B854-C1129307A653}" destId="{2167E17F-F377-42A2-9115-1CF21FDE5F04}" srcOrd="0" destOrd="0" presId="urn:microsoft.com/office/officeart/2025/8/layout/Vertical Process 01"/>
    <dgm:cxn modelId="{775C46A3-9F22-470A-8797-1D6C300B5F93}" type="presParOf" srcId="{2167E17F-F377-42A2-9115-1CF21FDE5F04}" destId="{C51FFF0E-1D94-4AFB-9CC8-DBB0B5B78D37}" srcOrd="0" destOrd="0" presId="urn:microsoft.com/office/officeart/2025/8/layout/Vertical Process 01"/>
    <dgm:cxn modelId="{DF8C1D4A-C9D7-47BE-93A1-E281066BC9EA}" type="presParOf" srcId="{2167E17F-F377-42A2-9115-1CF21FDE5F04}" destId="{539AD4EB-5E82-4410-A9C3-F511D9C74F80}" srcOrd="1" destOrd="0" presId="urn:microsoft.com/office/officeart/2025/8/layout/Vertical Process 01"/>
    <dgm:cxn modelId="{12AAD9F1-DA13-41E9-ADB0-71F53B9B6AC9}" type="presParOf" srcId="{2167E17F-F377-42A2-9115-1CF21FDE5F04}" destId="{ED87E15D-95EA-4E11-9336-E132C6F5CF65}" srcOrd="2" destOrd="0" presId="urn:microsoft.com/office/officeart/2025/8/layout/Vertical Process 01"/>
    <dgm:cxn modelId="{19803C19-5FB6-4ACD-82D3-69B1155C7657}" type="presParOf" srcId="{45CFF19E-1561-46A8-B854-C1129307A653}" destId="{581B0375-B248-4F5A-9FBD-4BA21FC5E228}" srcOrd="1" destOrd="0" presId="urn:microsoft.com/office/officeart/2025/8/layout/Vertical Process 01"/>
    <dgm:cxn modelId="{5DDEC1C5-B702-4D54-AC0F-8F506DB44B3C}" type="presParOf" srcId="{45CFF19E-1561-46A8-B854-C1129307A653}" destId="{A555D703-C156-4B97-BD88-0847CD5447DF}" srcOrd="2" destOrd="0" presId="urn:microsoft.com/office/officeart/2025/8/layout/Vertical Process 01"/>
    <dgm:cxn modelId="{E53D6C0F-BDC0-40B3-962D-73281DD50D5B}" type="presParOf" srcId="{A555D703-C156-4B97-BD88-0847CD5447DF}" destId="{54491A22-F101-481F-B3F8-5B6A1E3D5FD0}" srcOrd="0" destOrd="0" presId="urn:microsoft.com/office/officeart/2025/8/layout/Vertical Process 01"/>
    <dgm:cxn modelId="{3E7E163C-4C29-419C-9A42-FADF57D8D65F}" type="presParOf" srcId="{A555D703-C156-4B97-BD88-0847CD5447DF}" destId="{57FB2030-152A-4F3D-82EF-1BCADCD2BA97}" srcOrd="1" destOrd="0" presId="urn:microsoft.com/office/officeart/2025/8/layout/Vertical Process 01"/>
    <dgm:cxn modelId="{72B5B4A2-269B-4160-AFD8-43C35B1CBC9C}" type="presParOf" srcId="{A555D703-C156-4B97-BD88-0847CD5447DF}" destId="{90B1C859-744A-4126-9213-BD847C8DEBB0}" srcOrd="2" destOrd="0" presId="urn:microsoft.com/office/officeart/2025/8/layout/Vertical Process 01"/>
    <dgm:cxn modelId="{24E9B0CD-C035-45C5-BD05-9034D09AF178}" type="presParOf" srcId="{45CFF19E-1561-46A8-B854-C1129307A653}" destId="{B8050C9A-12E6-4D9A-9C10-8F83402BE022}" srcOrd="3" destOrd="0" presId="urn:microsoft.com/office/officeart/2025/8/layout/Vertical Process 01"/>
    <dgm:cxn modelId="{42E1459A-78BB-45F6-AA33-98C4230C270D}" type="presParOf" srcId="{45CFF19E-1561-46A8-B854-C1129307A653}" destId="{96E66A1F-FE88-413F-8F01-9D7C5840CED0}" srcOrd="4" destOrd="0" presId="urn:microsoft.com/office/officeart/2025/8/layout/Vertical Process 01"/>
    <dgm:cxn modelId="{BA7BCCC3-E446-4D95-B4DB-6B7F4420332C}" type="presParOf" srcId="{96E66A1F-FE88-413F-8F01-9D7C5840CED0}" destId="{D8377FE1-0F56-4FC8-8AD1-106B7FCC1DCE}" srcOrd="0" destOrd="0" presId="urn:microsoft.com/office/officeart/2025/8/layout/Vertical Process 01"/>
    <dgm:cxn modelId="{A149775A-EBDF-4C04-8846-E740882D9E47}" type="presParOf" srcId="{96E66A1F-FE88-413F-8F01-9D7C5840CED0}" destId="{747D6D87-032F-470B-9F10-73E6F227BA2D}" srcOrd="1" destOrd="0" presId="urn:microsoft.com/office/officeart/2025/8/layout/Vertical Process 01"/>
    <dgm:cxn modelId="{FCC98CB8-7706-4CD2-AC84-B744B28DB7A7}" type="presParOf" srcId="{96E66A1F-FE88-413F-8F01-9D7C5840CED0}" destId="{5C915A26-68F0-408A-B5BF-CDDBAC987C4B}" srcOrd="2" destOrd="0" presId="urn:microsoft.com/office/officeart/2025/8/layout/Vertical Process 0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EB61A-D64C-47C5-B81A-A135462C01D1}">
      <dsp:nvSpPr>
        <dsp:cNvPr id="0" name=""/>
        <dsp:cNvSpPr/>
      </dsp:nvSpPr>
      <dsp:spPr>
        <a:xfrm>
          <a:off x="0" y="2171700"/>
          <a:ext cx="10963275" cy="0"/>
        </a:xfrm>
        <a:prstGeom prst="line">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3E0F7D90-1746-4345-BE6E-655132B8B81A}">
      <dsp:nvSpPr>
        <dsp:cNvPr id="0" name=""/>
        <dsp:cNvSpPr/>
      </dsp:nvSpPr>
      <dsp:spPr>
        <a:xfrm rot="8100000">
          <a:off x="75235"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B075B796-8118-4F47-B043-2AF061E6227C}">
      <dsp:nvSpPr>
        <dsp:cNvPr id="0" name=""/>
        <dsp:cNvSpPr/>
      </dsp:nvSpPr>
      <dsp:spPr>
        <a:xfrm>
          <a:off x="144598"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7BC7C-941D-4B52-94FF-DA4EB2B3EFF2}">
      <dsp:nvSpPr>
        <dsp:cNvPr id="0" name=""/>
        <dsp:cNvSpPr/>
      </dsp:nvSpPr>
      <dsp:spPr>
        <a:xfrm>
          <a:off x="460797" y="1052840"/>
          <a:ext cx="4550656"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152400" bIns="228600" numCol="1" spcCol="1270" anchor="t" anchorCtr="0">
          <a:noAutofit/>
        </a:bodyPr>
        <a:lstStyle/>
        <a:p>
          <a:pPr marL="0" lvl="0" indent="0" algn="l" defTabSz="1066800">
            <a:lnSpc>
              <a:spcPct val="90000"/>
            </a:lnSpc>
            <a:spcBef>
              <a:spcPct val="0"/>
            </a:spcBef>
            <a:spcAft>
              <a:spcPct val="35000"/>
            </a:spcAft>
            <a:buNone/>
          </a:pPr>
          <a:r>
            <a:rPr lang="en-US" sz="2400" kern="1200" noProof="1"/>
            <a:t>Each build stage starts with its own FROM statement.</a:t>
          </a:r>
          <a:endParaRPr lang="en-US" sz="2400" kern="1200" dirty="0"/>
        </a:p>
      </dsp:txBody>
      <dsp:txXfrm>
        <a:off x="460797" y="1052840"/>
        <a:ext cx="4550656" cy="1118859"/>
      </dsp:txXfrm>
    </dsp:sp>
    <dsp:sp modelId="{A1E264C6-C191-4136-A951-DA670F270BF0}">
      <dsp:nvSpPr>
        <dsp:cNvPr id="0" name=""/>
        <dsp:cNvSpPr/>
      </dsp:nvSpPr>
      <dsp:spPr>
        <a:xfrm>
          <a:off x="460797" y="434339"/>
          <a:ext cx="4550656"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65100" bIns="0" numCol="1" spcCol="1270" anchor="ctr" anchorCtr="0">
          <a:noAutofit/>
        </a:bodyPr>
        <a:lstStyle/>
        <a:p>
          <a:pPr marL="0" lvl="0" indent="0" algn="l" defTabSz="1155700">
            <a:lnSpc>
              <a:spcPct val="90000"/>
            </a:lnSpc>
            <a:spcBef>
              <a:spcPct val="0"/>
            </a:spcBef>
            <a:spcAft>
              <a:spcPct val="35000"/>
            </a:spcAft>
            <a:buNone/>
            <a:defRPr b="1"/>
          </a:pPr>
          <a:r>
            <a:rPr lang="en-US" sz="2600" kern="1200" dirty="0"/>
            <a:t>Define stage</a:t>
          </a:r>
        </a:p>
      </dsp:txBody>
      <dsp:txXfrm>
        <a:off x="460797" y="434339"/>
        <a:ext cx="4550656" cy="618500"/>
      </dsp:txXfrm>
    </dsp:sp>
    <dsp:sp modelId="{3A918686-5EA8-4AB9-AE5E-6D898B0A99BD}">
      <dsp:nvSpPr>
        <dsp:cNvPr id="0" name=""/>
        <dsp:cNvSpPr/>
      </dsp:nvSpPr>
      <dsp:spPr>
        <a:xfrm>
          <a:off x="234940" y="795710"/>
          <a:ext cx="0" cy="1375989"/>
        </a:xfrm>
        <a:prstGeom prst="line">
          <a:avLst/>
        </a:pr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3B3F071-D6F1-49F1-8DFC-9446ADD0651B}">
      <dsp:nvSpPr>
        <dsp:cNvPr id="0" name=""/>
        <dsp:cNvSpPr/>
      </dsp:nvSpPr>
      <dsp:spPr>
        <a:xfrm>
          <a:off x="194286" y="2131045"/>
          <a:ext cx="81308" cy="81308"/>
        </a:xfrm>
        <a:prstGeom prst="ellipse">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23513-3D06-42F3-9C99-8C09288D9872}">
      <dsp:nvSpPr>
        <dsp:cNvPr id="0" name=""/>
        <dsp:cNvSpPr/>
      </dsp:nvSpPr>
      <dsp:spPr>
        <a:xfrm rot="18900000">
          <a:off x="2806429" y="3523498"/>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5B3C50C0-6895-43FF-A705-165C7C52382A}">
      <dsp:nvSpPr>
        <dsp:cNvPr id="0" name=""/>
        <dsp:cNvSpPr/>
      </dsp:nvSpPr>
      <dsp:spPr>
        <a:xfrm>
          <a:off x="2875792" y="3592860"/>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05A939-A8CC-4325-89CA-86E8103DDCF1}">
      <dsp:nvSpPr>
        <dsp:cNvPr id="0" name=""/>
        <dsp:cNvSpPr/>
      </dsp:nvSpPr>
      <dsp:spPr>
        <a:xfrm>
          <a:off x="3191991" y="2963936"/>
          <a:ext cx="4550656" cy="945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0" rIns="0" bIns="152400" numCol="1" spcCol="1270" anchor="t" anchorCtr="0">
          <a:noAutofit/>
        </a:bodyPr>
        <a:lstStyle/>
        <a:p>
          <a:pPr marL="0" lvl="0" indent="0" algn="l" defTabSz="1066800">
            <a:lnSpc>
              <a:spcPct val="90000"/>
            </a:lnSpc>
            <a:spcBef>
              <a:spcPct val="0"/>
            </a:spcBef>
            <a:spcAft>
              <a:spcPct val="35000"/>
            </a:spcAft>
            <a:buNone/>
          </a:pPr>
          <a:r>
            <a:rPr lang="en-US" sz="2400" kern="1200" noProof="1"/>
            <a:t>Copy required artifacts from earlier stages into later stages.</a:t>
          </a:r>
          <a:endParaRPr lang="en-US" sz="2400" kern="1200" dirty="0"/>
        </a:p>
      </dsp:txBody>
      <dsp:txXfrm>
        <a:off x="3191991" y="2963936"/>
        <a:ext cx="4550656" cy="945123"/>
      </dsp:txXfrm>
    </dsp:sp>
    <dsp:sp modelId="{103EE9D7-7DFB-4919-9FA4-CFDE1952230E}">
      <dsp:nvSpPr>
        <dsp:cNvPr id="0" name=""/>
        <dsp:cNvSpPr/>
      </dsp:nvSpPr>
      <dsp:spPr>
        <a:xfrm>
          <a:off x="3191991" y="2345436"/>
          <a:ext cx="4550656"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65100" bIns="0" numCol="1" spcCol="1270" anchor="ctr" anchorCtr="0">
          <a:noAutofit/>
        </a:bodyPr>
        <a:lstStyle/>
        <a:p>
          <a:pPr marL="0" lvl="0" indent="0" algn="l" defTabSz="1155700">
            <a:lnSpc>
              <a:spcPct val="90000"/>
            </a:lnSpc>
            <a:spcBef>
              <a:spcPct val="0"/>
            </a:spcBef>
            <a:spcAft>
              <a:spcPct val="35000"/>
            </a:spcAft>
            <a:buNone/>
            <a:defRPr b="1"/>
          </a:pPr>
          <a:r>
            <a:rPr lang="en-US" sz="2600" kern="1200" dirty="0"/>
            <a:t>Transfer artifacts</a:t>
          </a:r>
        </a:p>
      </dsp:txBody>
      <dsp:txXfrm>
        <a:off x="3191991" y="2345436"/>
        <a:ext cx="4550656" cy="618500"/>
      </dsp:txXfrm>
    </dsp:sp>
    <dsp:sp modelId="{128155D9-7F5C-4D06-8F1A-9246733E203B}">
      <dsp:nvSpPr>
        <dsp:cNvPr id="0" name=""/>
        <dsp:cNvSpPr/>
      </dsp:nvSpPr>
      <dsp:spPr>
        <a:xfrm>
          <a:off x="2966134" y="2171700"/>
          <a:ext cx="0" cy="1355140"/>
        </a:xfrm>
        <a:prstGeom prst="line">
          <a:avLst/>
        </a:prstGeom>
        <a:noFill/>
        <a:ln w="6350" cap="flat" cmpd="sng" algn="ctr">
          <a:solidFill>
            <a:schemeClr val="accent3">
              <a:hueOff val="-669517"/>
              <a:satOff val="20430"/>
              <a:lumOff val="2157"/>
              <a:alphaOff val="0"/>
            </a:schemeClr>
          </a:solidFill>
          <a:prstDash val="solid"/>
          <a:miter lim="800000"/>
        </a:ln>
        <a:effectLst/>
      </dsp:spPr>
      <dsp:style>
        <a:lnRef idx="1">
          <a:scrgbClr r="0" g="0" b="0"/>
        </a:lnRef>
        <a:fillRef idx="0">
          <a:scrgbClr r="0" g="0" b="0"/>
        </a:fillRef>
        <a:effectRef idx="0">
          <a:scrgbClr r="0" g="0" b="0"/>
        </a:effectRef>
        <a:fontRef idx="minor"/>
      </dsp:style>
    </dsp:sp>
    <dsp:sp modelId="{5CB0DBD2-1226-4346-954F-B4B0EB516700}">
      <dsp:nvSpPr>
        <dsp:cNvPr id="0" name=""/>
        <dsp:cNvSpPr/>
      </dsp:nvSpPr>
      <dsp:spPr>
        <a:xfrm>
          <a:off x="2925480" y="2131045"/>
          <a:ext cx="81308" cy="81308"/>
        </a:xfrm>
        <a:prstGeom prst="ellipse">
          <a:avLst/>
        </a:prstGeom>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9EA0A2-E81C-4D36-81D8-837B3E4FEC08}">
      <dsp:nvSpPr>
        <dsp:cNvPr id="0" name=""/>
        <dsp:cNvSpPr/>
      </dsp:nvSpPr>
      <dsp:spPr>
        <a:xfrm rot="8100000">
          <a:off x="5537623"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AEE9EF59-1265-41DF-91D0-3723A59632B4}">
      <dsp:nvSpPr>
        <dsp:cNvPr id="0" name=""/>
        <dsp:cNvSpPr/>
      </dsp:nvSpPr>
      <dsp:spPr>
        <a:xfrm>
          <a:off x="5606986"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9F35EA-7F43-40B6-BAFC-EB699AAB202A}">
      <dsp:nvSpPr>
        <dsp:cNvPr id="0" name=""/>
        <dsp:cNvSpPr/>
      </dsp:nvSpPr>
      <dsp:spPr>
        <a:xfrm>
          <a:off x="5923185" y="1052840"/>
          <a:ext cx="4550656"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152400" bIns="228600" numCol="1" spcCol="1270" anchor="t" anchorCtr="0">
          <a:noAutofit/>
        </a:bodyPr>
        <a:lstStyle/>
        <a:p>
          <a:pPr marL="0" lvl="0" indent="0" algn="l" defTabSz="1066800">
            <a:lnSpc>
              <a:spcPct val="90000"/>
            </a:lnSpc>
            <a:spcBef>
              <a:spcPct val="0"/>
            </a:spcBef>
            <a:spcAft>
              <a:spcPct val="35000"/>
            </a:spcAft>
            <a:buNone/>
          </a:pPr>
          <a:r>
            <a:rPr lang="en-US" sz="2400" kern="1200" noProof="1"/>
            <a:t>Keep only runtime components for a lean, efficient image.</a:t>
          </a:r>
          <a:endParaRPr lang="en-US" sz="2400" kern="1200" dirty="0"/>
        </a:p>
      </dsp:txBody>
      <dsp:txXfrm>
        <a:off x="5923185" y="1052840"/>
        <a:ext cx="4550656" cy="1118859"/>
      </dsp:txXfrm>
    </dsp:sp>
    <dsp:sp modelId="{7C14F580-B0F8-4C2B-A59B-CD2F07E06C09}">
      <dsp:nvSpPr>
        <dsp:cNvPr id="0" name=""/>
        <dsp:cNvSpPr/>
      </dsp:nvSpPr>
      <dsp:spPr>
        <a:xfrm>
          <a:off x="5923185" y="434339"/>
          <a:ext cx="4550656"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65100" bIns="0" numCol="1" spcCol="1270" anchor="ctr" anchorCtr="0">
          <a:noAutofit/>
        </a:bodyPr>
        <a:lstStyle/>
        <a:p>
          <a:pPr marL="0" lvl="0" indent="0" algn="l" defTabSz="1155700">
            <a:lnSpc>
              <a:spcPct val="90000"/>
            </a:lnSpc>
            <a:spcBef>
              <a:spcPct val="0"/>
            </a:spcBef>
            <a:spcAft>
              <a:spcPct val="35000"/>
            </a:spcAft>
            <a:buNone/>
            <a:defRPr b="1"/>
          </a:pPr>
          <a:r>
            <a:rPr lang="en-US" sz="2600" kern="1200" dirty="0"/>
            <a:t>Create final image</a:t>
          </a:r>
        </a:p>
      </dsp:txBody>
      <dsp:txXfrm>
        <a:off x="5923185" y="434339"/>
        <a:ext cx="4550656" cy="618500"/>
      </dsp:txXfrm>
    </dsp:sp>
    <dsp:sp modelId="{B53F15A4-2F3B-4F35-97D8-9B06968155B8}">
      <dsp:nvSpPr>
        <dsp:cNvPr id="0" name=""/>
        <dsp:cNvSpPr/>
      </dsp:nvSpPr>
      <dsp:spPr>
        <a:xfrm>
          <a:off x="5697328" y="795710"/>
          <a:ext cx="0" cy="1375989"/>
        </a:xfrm>
        <a:prstGeom prst="line">
          <a:avLst/>
        </a:prstGeom>
        <a:noFill/>
        <a:ln w="6350" cap="flat" cmpd="sng" algn="ctr">
          <a:solidFill>
            <a:schemeClr val="accent3">
              <a:hueOff val="-1339034"/>
              <a:satOff val="40861"/>
              <a:lumOff val="4314"/>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A18619-C382-4A08-A970-6A0E96824674}">
      <dsp:nvSpPr>
        <dsp:cNvPr id="0" name=""/>
        <dsp:cNvSpPr/>
      </dsp:nvSpPr>
      <dsp:spPr>
        <a:xfrm>
          <a:off x="5656674" y="2131045"/>
          <a:ext cx="81308" cy="81308"/>
        </a:xfrm>
        <a:prstGeom prst="ellipse">
          <a:avLst/>
        </a:prstGeom>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FFF0E-1D94-4AFB-9CC8-DBB0B5B78D37}">
      <dsp:nvSpPr>
        <dsp:cNvPr id="0" name=""/>
        <dsp:cNvSpPr/>
      </dsp:nvSpPr>
      <dsp:spPr>
        <a:xfrm rot="5400000">
          <a:off x="-1033945" y="1034812"/>
          <a:ext cx="2737842" cy="66995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defRPr b="1"/>
          </a:pPr>
          <a:r>
            <a:rPr sz="3700" kern="1200"/>
            <a:t>1</a:t>
          </a:r>
        </a:p>
      </dsp:txBody>
      <dsp:txXfrm rot="-5400000">
        <a:off x="1" y="866"/>
        <a:ext cx="669950" cy="2737842"/>
      </dsp:txXfrm>
    </dsp:sp>
    <dsp:sp modelId="{539AD4EB-5E82-4410-A9C3-F511D9C74F80}">
      <dsp:nvSpPr>
        <dsp:cNvPr id="0" name=""/>
        <dsp:cNvSpPr/>
      </dsp:nvSpPr>
      <dsp:spPr>
        <a:xfrm>
          <a:off x="803940" y="866"/>
          <a:ext cx="5895562" cy="1095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6040" rIns="415965" bIns="66040" numCol="1" spcCol="1270" anchor="b" anchorCtr="0">
          <a:noAutofit/>
        </a:bodyPr>
        <a:lstStyle/>
        <a:p>
          <a:pPr marL="0" lvl="0" indent="0" algn="l" defTabSz="1155700">
            <a:lnSpc>
              <a:spcPct val="90000"/>
            </a:lnSpc>
            <a:spcBef>
              <a:spcPct val="0"/>
            </a:spcBef>
            <a:spcAft>
              <a:spcPct val="35000"/>
            </a:spcAft>
            <a:buNone/>
            <a:defRPr b="1"/>
          </a:pPr>
          <a:r>
            <a:rPr lang="en-US" sz="2600" b="0" kern="1200" cap="all" dirty="0">
              <a:solidFill>
                <a:schemeClr val="accent1"/>
              </a:solidFill>
            </a:rPr>
            <a:t>Benefits</a:t>
          </a:r>
          <a:endParaRPr lang="en-US" sz="2600" b="0" kern="1200" dirty="0"/>
        </a:p>
      </dsp:txBody>
      <dsp:txXfrm>
        <a:off x="803940" y="866"/>
        <a:ext cx="5895562" cy="1095136"/>
      </dsp:txXfrm>
    </dsp:sp>
    <dsp:sp modelId="{ED87E15D-95EA-4E11-9336-E132C6F5CF65}">
      <dsp:nvSpPr>
        <dsp:cNvPr id="0" name=""/>
        <dsp:cNvSpPr/>
      </dsp:nvSpPr>
      <dsp:spPr>
        <a:xfrm>
          <a:off x="803940" y="1096003"/>
          <a:ext cx="5895562" cy="1368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0960" rIns="41596" bIns="6096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Reduced image size for faster distribution and lower overhead</a:t>
          </a:r>
          <a:endParaRPr lang="en-US" sz="2400" kern="1200" dirty="0"/>
        </a:p>
      </dsp:txBody>
      <dsp:txXfrm>
        <a:off x="803940" y="1096003"/>
        <a:ext cx="5895562" cy="1368921"/>
      </dsp:txXfrm>
    </dsp:sp>
    <dsp:sp modelId="{54491A22-F101-481F-B3F8-5B6A1E3D5FD0}">
      <dsp:nvSpPr>
        <dsp:cNvPr id="0" name=""/>
        <dsp:cNvSpPr/>
      </dsp:nvSpPr>
      <dsp:spPr>
        <a:xfrm rot="5400000">
          <a:off x="-1033945" y="3781637"/>
          <a:ext cx="2737842" cy="66995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defRPr b="1"/>
          </a:pPr>
          <a:r>
            <a:rPr sz="3700" kern="1200"/>
            <a:t>2</a:t>
          </a:r>
        </a:p>
      </dsp:txBody>
      <dsp:txXfrm rot="-5400000">
        <a:off x="1" y="2747691"/>
        <a:ext cx="669950" cy="2737842"/>
      </dsp:txXfrm>
    </dsp:sp>
    <dsp:sp modelId="{57FB2030-152A-4F3D-82EF-1BCADCD2BA97}">
      <dsp:nvSpPr>
        <dsp:cNvPr id="0" name=""/>
        <dsp:cNvSpPr/>
      </dsp:nvSpPr>
      <dsp:spPr>
        <a:xfrm>
          <a:off x="803940" y="2747691"/>
          <a:ext cx="5895562" cy="1095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6040" rIns="415965" bIns="66040" numCol="1" spcCol="1270" anchor="b" anchorCtr="0">
          <a:noAutofit/>
        </a:bodyPr>
        <a:lstStyle/>
        <a:p>
          <a:pPr marL="0" lvl="0" indent="0" algn="l" defTabSz="1155700">
            <a:lnSpc>
              <a:spcPct val="90000"/>
            </a:lnSpc>
            <a:spcBef>
              <a:spcPct val="0"/>
            </a:spcBef>
            <a:spcAft>
              <a:spcPct val="35000"/>
            </a:spcAft>
            <a:buNone/>
            <a:defRPr b="1"/>
          </a:pPr>
          <a:r>
            <a:rPr lang="en-US" sz="2600" b="0" kern="1200" cap="all" dirty="0">
              <a:solidFill>
                <a:schemeClr val="accent1"/>
              </a:solidFill>
            </a:rPr>
            <a:t>Trade-offs</a:t>
          </a:r>
          <a:endParaRPr lang="en-US" sz="2600" b="0" kern="1200" dirty="0"/>
        </a:p>
      </dsp:txBody>
      <dsp:txXfrm>
        <a:off x="803940" y="2747691"/>
        <a:ext cx="5895562" cy="1095136"/>
      </dsp:txXfrm>
    </dsp:sp>
    <dsp:sp modelId="{90B1C859-744A-4126-9213-BD847C8DEBB0}">
      <dsp:nvSpPr>
        <dsp:cNvPr id="0" name=""/>
        <dsp:cNvSpPr/>
      </dsp:nvSpPr>
      <dsp:spPr>
        <a:xfrm>
          <a:off x="803940" y="3842828"/>
          <a:ext cx="5895562" cy="1368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0960" rIns="41596" bIns="6096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Limited debugging abilities inside the running container</a:t>
          </a:r>
          <a:endParaRPr lang="en-US" sz="2400" kern="1200" dirty="0"/>
        </a:p>
      </dsp:txBody>
      <dsp:txXfrm>
        <a:off x="803940" y="3842828"/>
        <a:ext cx="5895562" cy="13689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FFF0E-1D94-4AFB-9CC8-DBB0B5B78D37}">
      <dsp:nvSpPr>
        <dsp:cNvPr id="0" name=""/>
        <dsp:cNvSpPr/>
      </dsp:nvSpPr>
      <dsp:spPr>
        <a:xfrm rot="5400000">
          <a:off x="-638517" y="639229"/>
          <a:ext cx="1824335" cy="54730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defRPr b="1"/>
          </a:pPr>
          <a:r>
            <a:rPr sz="3000" kern="1200"/>
            <a:t>1</a:t>
          </a:r>
        </a:p>
      </dsp:txBody>
      <dsp:txXfrm rot="-5400000">
        <a:off x="0" y="712"/>
        <a:ext cx="547300" cy="1824335"/>
      </dsp:txXfrm>
    </dsp:sp>
    <dsp:sp modelId="{539AD4EB-5E82-4410-A9C3-F511D9C74F80}">
      <dsp:nvSpPr>
        <dsp:cNvPr id="0" name=""/>
        <dsp:cNvSpPr/>
      </dsp:nvSpPr>
      <dsp:spPr>
        <a:xfrm>
          <a:off x="656760" y="711"/>
          <a:ext cx="6042742" cy="729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6040" rIns="426349" bIns="66040" numCol="1" spcCol="1270" anchor="b" anchorCtr="0">
          <a:noAutofit/>
        </a:bodyPr>
        <a:lstStyle/>
        <a:p>
          <a:pPr marL="0" lvl="0" indent="0" algn="l" defTabSz="1155700">
            <a:lnSpc>
              <a:spcPct val="90000"/>
            </a:lnSpc>
            <a:spcBef>
              <a:spcPct val="0"/>
            </a:spcBef>
            <a:spcAft>
              <a:spcPct val="35000"/>
            </a:spcAft>
            <a:buNone/>
            <a:defRPr b="1"/>
          </a:pPr>
          <a:r>
            <a:rPr lang="en-US" sz="2600" b="0" kern="1200" cap="all" dirty="0">
              <a:solidFill>
                <a:schemeClr val="accent1"/>
              </a:solidFill>
            </a:rPr>
            <a:t>Build stage</a:t>
          </a:r>
          <a:endParaRPr lang="en-US" sz="2600" b="0" kern="1200" dirty="0"/>
        </a:p>
      </dsp:txBody>
      <dsp:txXfrm>
        <a:off x="656760" y="711"/>
        <a:ext cx="6042742" cy="729734"/>
      </dsp:txXfrm>
    </dsp:sp>
    <dsp:sp modelId="{ED87E15D-95EA-4E11-9336-E132C6F5CF65}">
      <dsp:nvSpPr>
        <dsp:cNvPr id="0" name=""/>
        <dsp:cNvSpPr/>
      </dsp:nvSpPr>
      <dsp:spPr>
        <a:xfrm>
          <a:off x="656760" y="730445"/>
          <a:ext cx="6042742" cy="912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0960" rIns="42635" bIns="6096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Use a full base image with compilers and build tools</a:t>
          </a:r>
          <a:endParaRPr lang="en-US" sz="2400" kern="1200" dirty="0"/>
        </a:p>
      </dsp:txBody>
      <dsp:txXfrm>
        <a:off x="656760" y="730445"/>
        <a:ext cx="6042742" cy="912167"/>
      </dsp:txXfrm>
    </dsp:sp>
    <dsp:sp modelId="{54491A22-F101-481F-B3F8-5B6A1E3D5FD0}">
      <dsp:nvSpPr>
        <dsp:cNvPr id="0" name=""/>
        <dsp:cNvSpPr/>
      </dsp:nvSpPr>
      <dsp:spPr>
        <a:xfrm rot="5400000">
          <a:off x="-638517" y="2469549"/>
          <a:ext cx="1824335" cy="54730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defRPr b="1"/>
          </a:pPr>
          <a:r>
            <a:rPr sz="3000" kern="1200"/>
            <a:t>2</a:t>
          </a:r>
        </a:p>
      </dsp:txBody>
      <dsp:txXfrm rot="-5400000">
        <a:off x="0" y="1831032"/>
        <a:ext cx="547300" cy="1824335"/>
      </dsp:txXfrm>
    </dsp:sp>
    <dsp:sp modelId="{57FB2030-152A-4F3D-82EF-1BCADCD2BA97}">
      <dsp:nvSpPr>
        <dsp:cNvPr id="0" name=""/>
        <dsp:cNvSpPr/>
      </dsp:nvSpPr>
      <dsp:spPr>
        <a:xfrm>
          <a:off x="656760" y="1831032"/>
          <a:ext cx="6042742" cy="729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6040" rIns="426349" bIns="66040" numCol="1" spcCol="1270" anchor="b" anchorCtr="0">
          <a:noAutofit/>
        </a:bodyPr>
        <a:lstStyle/>
        <a:p>
          <a:pPr marL="0" lvl="0" indent="0" algn="l" defTabSz="1155700">
            <a:lnSpc>
              <a:spcPct val="90000"/>
            </a:lnSpc>
            <a:spcBef>
              <a:spcPct val="0"/>
            </a:spcBef>
            <a:spcAft>
              <a:spcPct val="35000"/>
            </a:spcAft>
            <a:buNone/>
            <a:defRPr b="1"/>
          </a:pPr>
          <a:r>
            <a:rPr lang="en-US" sz="2600" b="0" kern="1200" cap="all" dirty="0">
              <a:solidFill>
                <a:schemeClr val="accent1"/>
              </a:solidFill>
            </a:rPr>
            <a:t>Compile app</a:t>
          </a:r>
          <a:endParaRPr lang="en-US" sz="2600" b="0" kern="1200" dirty="0"/>
        </a:p>
      </dsp:txBody>
      <dsp:txXfrm>
        <a:off x="656760" y="1831032"/>
        <a:ext cx="6042742" cy="729734"/>
      </dsp:txXfrm>
    </dsp:sp>
    <dsp:sp modelId="{90B1C859-744A-4126-9213-BD847C8DEBB0}">
      <dsp:nvSpPr>
        <dsp:cNvPr id="0" name=""/>
        <dsp:cNvSpPr/>
      </dsp:nvSpPr>
      <dsp:spPr>
        <a:xfrm>
          <a:off x="656760" y="2560766"/>
          <a:ext cx="6042742" cy="912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0960" rIns="42635" bIns="6096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Generate the application binary in the builder container</a:t>
          </a:r>
          <a:endParaRPr lang="en-US" sz="2400" kern="1200" dirty="0"/>
        </a:p>
      </dsp:txBody>
      <dsp:txXfrm>
        <a:off x="656760" y="2560766"/>
        <a:ext cx="6042742" cy="912167"/>
      </dsp:txXfrm>
    </dsp:sp>
    <dsp:sp modelId="{D8377FE1-0F56-4FC8-8AD1-106B7FCC1DCE}">
      <dsp:nvSpPr>
        <dsp:cNvPr id="0" name=""/>
        <dsp:cNvSpPr/>
      </dsp:nvSpPr>
      <dsp:spPr>
        <a:xfrm rot="5400000">
          <a:off x="-638517" y="4299870"/>
          <a:ext cx="1824335" cy="54730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defRPr b="1"/>
          </a:pPr>
          <a:r>
            <a:rPr sz="3000" kern="1200"/>
            <a:t>3</a:t>
          </a:r>
        </a:p>
      </dsp:txBody>
      <dsp:txXfrm rot="-5400000">
        <a:off x="0" y="3661353"/>
        <a:ext cx="547300" cy="1824335"/>
      </dsp:txXfrm>
    </dsp:sp>
    <dsp:sp modelId="{747D6D87-032F-470B-9F10-73E6F227BA2D}">
      <dsp:nvSpPr>
        <dsp:cNvPr id="0" name=""/>
        <dsp:cNvSpPr/>
      </dsp:nvSpPr>
      <dsp:spPr>
        <a:xfrm>
          <a:off x="656760" y="3661352"/>
          <a:ext cx="6042742" cy="729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6040" rIns="426349" bIns="66040" numCol="1" spcCol="1270" anchor="b" anchorCtr="0">
          <a:noAutofit/>
        </a:bodyPr>
        <a:lstStyle/>
        <a:p>
          <a:pPr marL="0" lvl="0" indent="0" algn="l" defTabSz="1155700">
            <a:lnSpc>
              <a:spcPct val="90000"/>
            </a:lnSpc>
            <a:spcBef>
              <a:spcPct val="0"/>
            </a:spcBef>
            <a:spcAft>
              <a:spcPct val="35000"/>
            </a:spcAft>
            <a:buNone/>
            <a:defRPr b="1"/>
          </a:pPr>
          <a:r>
            <a:rPr lang="en-US" sz="2600" b="0" kern="1200" cap="all" dirty="0">
              <a:solidFill>
                <a:schemeClr val="accent1"/>
              </a:solidFill>
            </a:rPr>
            <a:t>Copy artifact</a:t>
          </a:r>
          <a:endParaRPr lang="en-US" sz="2600" b="0" kern="1200" dirty="0"/>
        </a:p>
      </dsp:txBody>
      <dsp:txXfrm>
        <a:off x="656760" y="3661352"/>
        <a:ext cx="6042742" cy="729734"/>
      </dsp:txXfrm>
    </dsp:sp>
    <dsp:sp modelId="{5C915A26-68F0-408A-B5BF-CDDBAC987C4B}">
      <dsp:nvSpPr>
        <dsp:cNvPr id="0" name=""/>
        <dsp:cNvSpPr/>
      </dsp:nvSpPr>
      <dsp:spPr>
        <a:xfrm>
          <a:off x="656760" y="4391086"/>
          <a:ext cx="6042742" cy="912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60960" rIns="42635" bIns="6096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Move only the binary into the final runtime image</a:t>
          </a:r>
          <a:endParaRPr lang="en-US" sz="2400" kern="1200" dirty="0"/>
        </a:p>
      </dsp:txBody>
      <dsp:txXfrm>
        <a:off x="656760" y="4391086"/>
        <a:ext cx="6042742" cy="912167"/>
      </dsp:txXfrm>
    </dsp:sp>
  </dsp:spTree>
</dsp:drawing>
</file>

<file path=ppt/diagrams/layout1.xml><?xml version="1.0" encoding="utf-8"?>
<dgm:layoutDef xmlns:dgm="http://schemas.openxmlformats.org/drawingml/2006/diagram" xmlns:a="http://schemas.openxmlformats.org/drawingml/2006/main" uniqueId="urn:microsoft.com/office/officeart/2024/3/layout/BulletTimelineDefaultVariant">
  <dgm:title val="Bullet Timeline"/>
  <dgm:desc val="Displays bulleted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70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4"/>
                  <dgm:constr type="h" for="ch" forName="Ellipse1" refType="w" refFor="ch" refForName="DropPin1" fact="0.4"/>
                  <dgm:constr type="ctrX" for="ch" forName="Ellipse1" refType="ctrX" refFor="ch" refForName="DropPin1"/>
                  <dgm:constr type="ctrY" for="ch" forName="Ellipse1" refType="ctrY" refFor="ch" refForName="DropPin1"/>
                </dgm:constrLst>
                <dgm:layoutNode name="DropPin1" styleLbl="revTx">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node2"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4"/>
                  <dgm:constr type="h" for="ch" forName="Ellipse" refType="w" refFor="ch" refForName="DropPin" fact="0.4"/>
                  <dgm:constr type="ctrX" for="ch" forName="Ellipse" refType="ctrX" refFor="ch" refForName="DropPin"/>
                  <dgm:constr type="ctrY" for="ch" forName="Ellipse" refType="ctrY" refFor="ch" refForName="DropPin"/>
                </dgm:constrLst>
                <dgm:layoutNode name="DropPin" styleLbl="revTx">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node2"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25/8/layout/Vertical Process 01">
  <dgm:title val="Vertical Process 01"/>
  <dgm:desc val=""/>
  <dgm:catLst>
    <dgm:cat type="list" pri="4132"/>
    <dgm:cat type="process" pri="4132"/>
    <dgm:cat type="other" pri="1402"/>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 modelId="6">
          <dgm:prSet phldr="1"/>
        </dgm:pt>
        <dgm:pt modelId="61">
          <dgm:prSet phldr="1"/>
        </dgm:pt>
        <dgm:pt modelId="7">
          <dgm:prSet phldr="1"/>
        </dgm:pt>
        <dgm:pt modelId="71">
          <dgm:prSet phldr="1"/>
        </dgm:pt>
        <dgm:pt modelId="8">
          <dgm:prSet phldr="1"/>
        </dgm:pt>
        <dgm:pt modelId="81">
          <dgm:prSet phldr="1"/>
        </dgm:pt>
        <dgm:pt modelId="9">
          <dgm:prSet phldr="1"/>
        </dgm:pt>
        <dgm:pt modelId="91">
          <dgm:prSet phldr="1"/>
        </dgm:pt>
        <dgm:pt modelId="10">
          <dgm:prSet phldr="1"/>
        </dgm:pt>
        <dgm:pt modelId="101">
          <dgm:prSet phldr="1"/>
        </dgm:pt>
        <dgm:pt modelId="1101" type="sibTrans" cxnId="101">
          <dgm:prSet phldrT="1"/>
          <dgm:t>
            <a:bodyPr/>
            <a:lstStyle/>
            <a:p>
              <a:r>
                <a:t>1</a:t>
              </a:r>
            </a:p>
          </dgm:t>
        </dgm:pt>
        <dgm:pt modelId="1102" type="sibTrans" cxnId="102">
          <dgm:prSet phldrT="2"/>
          <dgm:t>
            <a:bodyPr/>
            <a:lstStyle/>
            <a:p>
              <a:r>
                <a:t>2</a:t>
              </a:r>
            </a:p>
          </dgm:t>
        </dgm:pt>
        <dgm:pt modelId="1103" type="sibTrans" cxnId="103">
          <dgm:prSet phldrT="3"/>
          <dgm:t>
            <a:bodyPr/>
            <a:lstStyle/>
            <a:p>
              <a:r>
                <a:t>3</a:t>
              </a:r>
            </a:p>
          </dgm:t>
        </dgm:pt>
        <dgm:pt modelId="1104" type="sibTrans" cxnId="104">
          <dgm:prSet phldrT="4"/>
          <dgm:t>
            <a:bodyPr/>
            <a:lstStyle/>
            <a:p>
              <a:r>
                <a:t>4</a:t>
              </a:r>
            </a:p>
          </dgm:t>
        </dgm:pt>
        <dgm:pt modelId="1105" type="sibTrans" cxnId="105">
          <dgm:prSet phldrT="5"/>
          <dgm:t>
            <a:bodyPr/>
            <a:lstStyle/>
            <a:p>
              <a:r>
                <a:t>5</a:t>
              </a:r>
            </a:p>
          </dgm:t>
        </dgm:pt>
        <dgm:pt modelId="1106" type="sibTrans" cxnId="106">
          <dgm:prSet phldrT="6"/>
          <dgm:t>
            <a:bodyPr/>
            <a:lstStyle/>
            <a:p>
              <a:r>
                <a:t>6</a:t>
              </a:r>
            </a:p>
          </dgm:t>
        </dgm:pt>
        <dgm:pt modelId="1107" type="sibTrans" cxnId="107">
          <dgm:prSet phldrT="7"/>
          <dgm:t>
            <a:bodyPr/>
            <a:lstStyle/>
            <a:p>
              <a:r>
                <a:t>7</a:t>
              </a:r>
            </a:p>
          </dgm:t>
        </dgm:pt>
        <dgm:pt modelId="1108" type="sibTrans" cxnId="108">
          <dgm:prSet phldrT="8"/>
          <dgm:t>
            <a:bodyPr/>
            <a:lstStyle/>
            <a:p>
              <a:r>
                <a:t>8</a:t>
              </a:r>
            </a:p>
          </dgm:t>
        </dgm:pt>
        <dgm:pt modelId="1109" type="sibTrans" cxnId="109">
          <dgm:prSet phldrT="9"/>
          <dgm:t>
            <a:bodyPr/>
            <a:lstStyle/>
            <a:p>
              <a:r>
                <a:t>9</a:t>
              </a:r>
            </a:p>
          </dgm:t>
        </dgm:pt>
        <dgm:pt modelId="1110" type="sibTrans" cxnId="110">
          <dgm:prSet phldrT="10"/>
          <dgm:t>
            <a:bodyPr/>
            <a:lstStyle/>
            <a:p>
              <a:r>
                <a:t>10</a:t>
              </a:r>
            </a:p>
          </dgm:t>
        </dgm:pt>
      </dgm:ptLst>
      <dgm:cxnLst>
        <dgm:cxn modelId="101" srcId="0" destId="1" srcOrd="0" destOrd="0" sibTransId="1101"/>
        <dgm:cxn modelId="102" srcId="0" destId="2" srcOrd="1" destOrd="0" sibTransId="1102"/>
        <dgm:cxn modelId="103" srcId="0" destId="3" srcOrd="2" destOrd="0" sibTransId="1103"/>
        <dgm:cxn modelId="104" srcId="0" destId="4" srcOrd="3" destOrd="0" sibTransId="1104"/>
        <dgm:cxn modelId="105" srcId="0" destId="5" srcOrd="4" destOrd="0" sibTransId="1105"/>
        <dgm:cxn modelId="106" srcId="0" destId="6" srcOrd="5" destOrd="0" sibTransId="1106"/>
        <dgm:cxn modelId="107" srcId="0" destId="7" srcOrd="6" destOrd="0" sibTransId="1107"/>
        <dgm:cxn modelId="108" srcId="0" destId="8" srcOrd="7" destOrd="0" sibTransId="1108"/>
        <dgm:cxn modelId="109" srcId="0" destId="9" srcOrd="8" destOrd="0" sibTransId="1109"/>
        <dgm:cxn modelId="110" srcId="0" destId="10" srcOrd="9" destOrd="0" sibTransId="1110"/>
        <dgm:cxn modelId="111" srcId="1" destId="11" srcOrd="0" destOrd="0"/>
        <dgm:cxn modelId="112" srcId="2" destId="21" srcOrd="0" destOrd="0"/>
        <dgm:cxn modelId="113" srcId="3" destId="31" srcOrd="0" destOrd="0"/>
        <dgm:cxn modelId="114" srcId="4" destId="41" srcOrd="0" destOrd="0"/>
        <dgm:cxn modelId="115" srcId="5" destId="51" srcOrd="0" destOrd="0"/>
        <dgm:cxn modelId="116" srcId="6" destId="61" srcOrd="0" destOrd="0"/>
        <dgm:cxn modelId="117" srcId="7" destId="71" srcOrd="0" destOrd="0"/>
        <dgm:cxn modelId="118" srcId="8" destId="81" srcOrd="0" destOrd="0"/>
        <dgm:cxn modelId="119" srcId="9" destId="91" srcOrd="0" destOrd="0"/>
        <dgm:cxn modelId="120" srcId="10" destId="101" srcOrd="0"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idxText" op="equ"/>
      <dgm:constr type="h" for="ch" forName="sp" val="0.5"/>
      <dgm:constr type="primFontSz" for="des" forName="parentNode" op="equ" val="14"/>
      <dgm:constr type="primFontSz" for="des" forName="childNode" op="equ" val="12"/>
      <dgm:constr type="primFontSz" for="des" forName="childNode" refType="primFontSz" refFor="des" refForName="parentNode" op="lte"/>
    </dgm:constrLst>
    <dgm:ruleLst/>
    <dgm:forEach name="Name0" axis="ch" ptType="node">
      <dgm:layoutNode name="composite">
        <dgm:alg type="composite"/>
        <dgm:shape xmlns:r="http://schemas.openxmlformats.org/officeDocument/2006/relationships" r:blip="">
          <dgm:adjLst/>
        </dgm:shape>
        <dgm:presOf/>
        <dgm:constrLst>
          <dgm:constr type="t" for="ch" forName="idxText"/>
          <dgm:constr type="l" for="ch" forName="idxText"/>
          <dgm:constr type="w" for="ch" forName="idxText" refType="h" fact="0.3"/>
          <dgm:constr type="h" for="ch" forName="idxText" refType="h"/>
          <dgm:constr type="w" for="ch" forName="idxText" refType="w" op="lte" fact="0.1"/>
          <dgm:constr type="w" for="ch" forName="idxText" refType="h" refFor="ch" refForName="idxText" op="lte" fact="0.5"/>
          <dgm:constr type="l" for="ch" forName="parentNode" refType="r" refFor="ch" refForName="idxText" fact="1.2"/>
          <dgm:constr type="h" for="ch" forName="parentNode" refType="h" fact="0.4"/>
          <dgm:constr type="h" for="ch" forName="childNode" refType="h" fact="0.5"/>
          <dgm:constr type="t" for="ch" forName="childNode" refType="b" refFor="ch" refForName="parentNode"/>
          <dgm:constr type="w" for="ch" forName="childNode" refType="w" refFor="ch" refForName="parentNode"/>
          <dgm:constr type="l" for="ch" forName="childNode" refType="l" refFor="ch" refForName="parentNode"/>
        </dgm:constrLst>
        <dgm:ruleLst/>
        <dgm:forEach name="Name15" axis="followSib" ptType="sibTrans" hideLastTrans="0" cnt="1">
          <dgm:layoutNode name="idxText" styleLbl="alignAcc1">
            <dgm:varLst>
              <dgm:chMax val="1"/>
              <dgm:bulletEnabled val="1"/>
            </dgm:varLst>
            <dgm:alg type="tx"/>
            <dgm:shape xmlns:r="http://schemas.openxmlformats.org/officeDocument/2006/relationships" rot="90" type="chevron" r:blip="">
              <dgm:adjLst/>
            </dgm:shape>
            <dgm:presOf axis="self" ptType="sibTrans"/>
            <dgm:constrLst>
              <dgm:constr type="lMarg" refType="primFontSz" fact="0.05"/>
              <dgm:constr type="rMarg" refType="primFontSz" fact="0.05"/>
              <dgm:constr type="tMarg" refType="primFontSz" fact="0.05"/>
              <dgm:constr type="bMarg" refType="primFontSz" fact="0.05"/>
              <dgm:constr type="primFontSz" refType="w" fact="2"/>
            </dgm:constrLst>
            <dgm:ruleLst/>
          </dgm:layoutNode>
        </dgm:forEach>
        <dgm:layoutNode name="parentNode" styleLbl="revTx">
          <dgm:varLst>
            <dgm:bulletEnabled val="1"/>
          </dgm:varLst>
          <dgm:alg type="tx">
            <dgm:param type="txAnchorVert" val="b"/>
            <dgm:param type="parTxLTRAlign" val="l"/>
            <dgm:param type="parTxRTLAlign" val="r"/>
            <dgm:param type="stBulletLvl" val="2"/>
          </dgm:alg>
          <dgm:shape xmlns:r="http://schemas.openxmlformats.org/officeDocument/2006/relationships" type="rect" r:blip="">
            <dgm:adjLst/>
          </dgm:shape>
          <dgm:presOf axis="self" ptType="node"/>
          <dgm:constrLst>
            <dgm:constr type="tMarg" refType="primFontSz" fact="0.2"/>
            <dgm:constr type="bMarg" refType="primFontSz" fact="0.2"/>
            <dgm:constr type="lMarg" val="5"/>
            <dgm:constr type="rMarg" refType="w" fact="0.2"/>
          </dgm:constrLst>
          <dgm:ruleLst>
            <dgm:rule type="primFontSz" val="5" fact="NaN" max="NaN"/>
          </dgm:ruleLst>
        </dgm:layoutNode>
        <dgm:layoutNode name="childNode" styleLbl="revTx">
          <dgm:varLst>
            <dgm:bulletEnabled val="1"/>
          </dgm:varLst>
          <dgm:alg type="tx">
            <dgm:param type="txAnchorVert" val="t"/>
            <dgm:param type="parTxLTRAlign" val="l"/>
            <dgm:param type="parTxRTLAlign" val="r"/>
            <dgm:param type="stBulletLvl" val="2"/>
          </dgm:alg>
          <dgm:shape xmlns:r="http://schemas.openxmlformats.org/officeDocument/2006/relationships" type="rect" r:blip="">
            <dgm:adjLst/>
          </dgm:shape>
          <dgm:presOf axis="ch" ptType="node" cnt="1"/>
          <dgm:constrLst>
            <dgm:constr type="tMarg" refType="primFontSz" fact="0.2"/>
            <dgm:constr type="bMarg" refType="primFontSz" fact="0.2"/>
            <dgm:constr type="lMarg" val="5"/>
            <dgm:constr type="rMarg" refType="w" fact="0.02"/>
          </dgm:constrLst>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25/8/layout/Vertical Process 01">
  <dgm:title val="Vertical Process 01"/>
  <dgm:desc val=""/>
  <dgm:catLst>
    <dgm:cat type="list" pri="4132"/>
    <dgm:cat type="process" pri="4132"/>
    <dgm:cat type="other" pri="1402"/>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 modelId="6">
          <dgm:prSet phldr="1"/>
        </dgm:pt>
        <dgm:pt modelId="61">
          <dgm:prSet phldr="1"/>
        </dgm:pt>
        <dgm:pt modelId="7">
          <dgm:prSet phldr="1"/>
        </dgm:pt>
        <dgm:pt modelId="71">
          <dgm:prSet phldr="1"/>
        </dgm:pt>
        <dgm:pt modelId="8">
          <dgm:prSet phldr="1"/>
        </dgm:pt>
        <dgm:pt modelId="81">
          <dgm:prSet phldr="1"/>
        </dgm:pt>
        <dgm:pt modelId="9">
          <dgm:prSet phldr="1"/>
        </dgm:pt>
        <dgm:pt modelId="91">
          <dgm:prSet phldr="1"/>
        </dgm:pt>
        <dgm:pt modelId="10">
          <dgm:prSet phldr="1"/>
        </dgm:pt>
        <dgm:pt modelId="101">
          <dgm:prSet phldr="1"/>
        </dgm:pt>
        <dgm:pt modelId="1101" type="sibTrans" cxnId="101">
          <dgm:prSet phldrT="1"/>
          <dgm:t>
            <a:bodyPr/>
            <a:lstStyle/>
            <a:p>
              <a:r>
                <a:t>1</a:t>
              </a:r>
            </a:p>
          </dgm:t>
        </dgm:pt>
        <dgm:pt modelId="1102" type="sibTrans" cxnId="102">
          <dgm:prSet phldrT="2"/>
          <dgm:t>
            <a:bodyPr/>
            <a:lstStyle/>
            <a:p>
              <a:r>
                <a:t>2</a:t>
              </a:r>
            </a:p>
          </dgm:t>
        </dgm:pt>
        <dgm:pt modelId="1103" type="sibTrans" cxnId="103">
          <dgm:prSet phldrT="3"/>
          <dgm:t>
            <a:bodyPr/>
            <a:lstStyle/>
            <a:p>
              <a:r>
                <a:t>3</a:t>
              </a:r>
            </a:p>
          </dgm:t>
        </dgm:pt>
        <dgm:pt modelId="1104" type="sibTrans" cxnId="104">
          <dgm:prSet phldrT="4"/>
          <dgm:t>
            <a:bodyPr/>
            <a:lstStyle/>
            <a:p>
              <a:r>
                <a:t>4</a:t>
              </a:r>
            </a:p>
          </dgm:t>
        </dgm:pt>
        <dgm:pt modelId="1105" type="sibTrans" cxnId="105">
          <dgm:prSet phldrT="5"/>
          <dgm:t>
            <a:bodyPr/>
            <a:lstStyle/>
            <a:p>
              <a:r>
                <a:t>5</a:t>
              </a:r>
            </a:p>
          </dgm:t>
        </dgm:pt>
        <dgm:pt modelId="1106" type="sibTrans" cxnId="106">
          <dgm:prSet phldrT="6"/>
          <dgm:t>
            <a:bodyPr/>
            <a:lstStyle/>
            <a:p>
              <a:r>
                <a:t>6</a:t>
              </a:r>
            </a:p>
          </dgm:t>
        </dgm:pt>
        <dgm:pt modelId="1107" type="sibTrans" cxnId="107">
          <dgm:prSet phldrT="7"/>
          <dgm:t>
            <a:bodyPr/>
            <a:lstStyle/>
            <a:p>
              <a:r>
                <a:t>7</a:t>
              </a:r>
            </a:p>
          </dgm:t>
        </dgm:pt>
        <dgm:pt modelId="1108" type="sibTrans" cxnId="108">
          <dgm:prSet phldrT="8"/>
          <dgm:t>
            <a:bodyPr/>
            <a:lstStyle/>
            <a:p>
              <a:r>
                <a:t>8</a:t>
              </a:r>
            </a:p>
          </dgm:t>
        </dgm:pt>
        <dgm:pt modelId="1109" type="sibTrans" cxnId="109">
          <dgm:prSet phldrT="9"/>
          <dgm:t>
            <a:bodyPr/>
            <a:lstStyle/>
            <a:p>
              <a:r>
                <a:t>9</a:t>
              </a:r>
            </a:p>
          </dgm:t>
        </dgm:pt>
        <dgm:pt modelId="1110" type="sibTrans" cxnId="110">
          <dgm:prSet phldrT="10"/>
          <dgm:t>
            <a:bodyPr/>
            <a:lstStyle/>
            <a:p>
              <a:r>
                <a:t>10</a:t>
              </a:r>
            </a:p>
          </dgm:t>
        </dgm:pt>
      </dgm:ptLst>
      <dgm:cxnLst>
        <dgm:cxn modelId="101" srcId="0" destId="1" srcOrd="0" destOrd="0" sibTransId="1101"/>
        <dgm:cxn modelId="102" srcId="0" destId="2" srcOrd="1" destOrd="0" sibTransId="1102"/>
        <dgm:cxn modelId="103" srcId="0" destId="3" srcOrd="2" destOrd="0" sibTransId="1103"/>
        <dgm:cxn modelId="104" srcId="0" destId="4" srcOrd="3" destOrd="0" sibTransId="1104"/>
        <dgm:cxn modelId="105" srcId="0" destId="5" srcOrd="4" destOrd="0" sibTransId="1105"/>
        <dgm:cxn modelId="106" srcId="0" destId="6" srcOrd="5" destOrd="0" sibTransId="1106"/>
        <dgm:cxn modelId="107" srcId="0" destId="7" srcOrd="6" destOrd="0" sibTransId="1107"/>
        <dgm:cxn modelId="108" srcId="0" destId="8" srcOrd="7" destOrd="0" sibTransId="1108"/>
        <dgm:cxn modelId="109" srcId="0" destId="9" srcOrd="8" destOrd="0" sibTransId="1109"/>
        <dgm:cxn modelId="110" srcId="0" destId="10" srcOrd="9" destOrd="0" sibTransId="1110"/>
        <dgm:cxn modelId="111" srcId="1" destId="11" srcOrd="0" destOrd="0"/>
        <dgm:cxn modelId="112" srcId="2" destId="21" srcOrd="0" destOrd="0"/>
        <dgm:cxn modelId="113" srcId="3" destId="31" srcOrd="0" destOrd="0"/>
        <dgm:cxn modelId="114" srcId="4" destId="41" srcOrd="0" destOrd="0"/>
        <dgm:cxn modelId="115" srcId="5" destId="51" srcOrd="0" destOrd="0"/>
        <dgm:cxn modelId="116" srcId="6" destId="61" srcOrd="0" destOrd="0"/>
        <dgm:cxn modelId="117" srcId="7" destId="71" srcOrd="0" destOrd="0"/>
        <dgm:cxn modelId="118" srcId="8" destId="81" srcOrd="0" destOrd="0"/>
        <dgm:cxn modelId="119" srcId="9" destId="91" srcOrd="0" destOrd="0"/>
        <dgm:cxn modelId="120" srcId="10" destId="101" srcOrd="0"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idxText" op="equ"/>
      <dgm:constr type="h" for="ch" forName="sp" val="0.5"/>
      <dgm:constr type="primFontSz" for="des" forName="parentNode" op="equ" val="14"/>
      <dgm:constr type="primFontSz" for="des" forName="childNode" op="equ" val="12"/>
      <dgm:constr type="primFontSz" for="des" forName="childNode" refType="primFontSz" refFor="des" refForName="parentNode" op="lte"/>
    </dgm:constrLst>
    <dgm:ruleLst/>
    <dgm:forEach name="Name0" axis="ch" ptType="node">
      <dgm:layoutNode name="composite">
        <dgm:alg type="composite"/>
        <dgm:shape xmlns:r="http://schemas.openxmlformats.org/officeDocument/2006/relationships" r:blip="">
          <dgm:adjLst/>
        </dgm:shape>
        <dgm:presOf/>
        <dgm:constrLst>
          <dgm:constr type="t" for="ch" forName="idxText"/>
          <dgm:constr type="l" for="ch" forName="idxText"/>
          <dgm:constr type="w" for="ch" forName="idxText" refType="h" fact="0.3"/>
          <dgm:constr type="h" for="ch" forName="idxText" refType="h"/>
          <dgm:constr type="w" for="ch" forName="idxText" refType="w" op="lte" fact="0.1"/>
          <dgm:constr type="w" for="ch" forName="idxText" refType="h" refFor="ch" refForName="idxText" op="lte" fact="0.5"/>
          <dgm:constr type="l" for="ch" forName="parentNode" refType="r" refFor="ch" refForName="idxText" fact="1.2"/>
          <dgm:constr type="h" for="ch" forName="parentNode" refType="h" fact="0.4"/>
          <dgm:constr type="h" for="ch" forName="childNode" refType="h" fact="0.5"/>
          <dgm:constr type="t" for="ch" forName="childNode" refType="b" refFor="ch" refForName="parentNode"/>
          <dgm:constr type="w" for="ch" forName="childNode" refType="w" refFor="ch" refForName="parentNode"/>
          <dgm:constr type="l" for="ch" forName="childNode" refType="l" refFor="ch" refForName="parentNode"/>
        </dgm:constrLst>
        <dgm:ruleLst/>
        <dgm:forEach name="Name15" axis="followSib" ptType="sibTrans" hideLastTrans="0" cnt="1">
          <dgm:layoutNode name="idxText" styleLbl="alignAcc1">
            <dgm:varLst>
              <dgm:chMax val="1"/>
              <dgm:bulletEnabled val="1"/>
            </dgm:varLst>
            <dgm:alg type="tx"/>
            <dgm:shape xmlns:r="http://schemas.openxmlformats.org/officeDocument/2006/relationships" rot="90" type="chevron" r:blip="">
              <dgm:adjLst/>
            </dgm:shape>
            <dgm:presOf axis="self" ptType="sibTrans"/>
            <dgm:constrLst>
              <dgm:constr type="lMarg" refType="primFontSz" fact="0.05"/>
              <dgm:constr type="rMarg" refType="primFontSz" fact="0.05"/>
              <dgm:constr type="tMarg" refType="primFontSz" fact="0.05"/>
              <dgm:constr type="bMarg" refType="primFontSz" fact="0.05"/>
              <dgm:constr type="primFontSz" refType="w" fact="2"/>
            </dgm:constrLst>
            <dgm:ruleLst/>
          </dgm:layoutNode>
        </dgm:forEach>
        <dgm:layoutNode name="parentNode" styleLbl="revTx">
          <dgm:varLst>
            <dgm:bulletEnabled val="1"/>
          </dgm:varLst>
          <dgm:alg type="tx">
            <dgm:param type="txAnchorVert" val="b"/>
            <dgm:param type="parTxLTRAlign" val="l"/>
            <dgm:param type="parTxRTLAlign" val="r"/>
            <dgm:param type="stBulletLvl" val="2"/>
          </dgm:alg>
          <dgm:shape xmlns:r="http://schemas.openxmlformats.org/officeDocument/2006/relationships" type="rect" r:blip="">
            <dgm:adjLst/>
          </dgm:shape>
          <dgm:presOf axis="self" ptType="node"/>
          <dgm:constrLst>
            <dgm:constr type="tMarg" refType="primFontSz" fact="0.2"/>
            <dgm:constr type="bMarg" refType="primFontSz" fact="0.2"/>
            <dgm:constr type="lMarg" val="5"/>
            <dgm:constr type="rMarg" refType="w" fact="0.2"/>
          </dgm:constrLst>
          <dgm:ruleLst>
            <dgm:rule type="primFontSz" val="5" fact="NaN" max="NaN"/>
          </dgm:ruleLst>
        </dgm:layoutNode>
        <dgm:layoutNode name="childNode" styleLbl="revTx">
          <dgm:varLst>
            <dgm:bulletEnabled val="1"/>
          </dgm:varLst>
          <dgm:alg type="tx">
            <dgm:param type="txAnchorVert" val="t"/>
            <dgm:param type="parTxLTRAlign" val="l"/>
            <dgm:param type="parTxRTLAlign" val="r"/>
            <dgm:param type="stBulletLvl" val="2"/>
          </dgm:alg>
          <dgm:shape xmlns:r="http://schemas.openxmlformats.org/officeDocument/2006/relationships" type="rect" r:blip="">
            <dgm:adjLst/>
          </dgm:shape>
          <dgm:presOf axis="ch" ptType="node" cnt="1"/>
          <dgm:constrLst>
            <dgm:constr type="tMarg" refType="primFontSz" fact="0.2"/>
            <dgm:constr type="bMarg" refType="primFontSz" fact="0.2"/>
            <dgm:constr type="lMarg" val="5"/>
            <dgm:constr type="rMarg" refType="w" fact="0.02"/>
          </dgm:constrLst>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err="1"/>
              <a:t>Mudwerks</a:t>
            </a:r>
            <a:r>
              <a:rPr lang="en-US"/>
              <a:t>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F11CBAD0-6E51-4AA8-9978-B35C68446195}"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err="1"/>
              <a:t>Mudwerks</a:t>
            </a:r>
            <a:r>
              <a:rPr lang="en-US"/>
              <a:t>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39C784E1-8B57-4E63-9257-908CB727AE58}"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309385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err="1"/>
              <a:t>Mudwerks</a:t>
            </a:r>
            <a:r>
              <a:rPr lang="en-US"/>
              <a:t>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72332E08-A2B4-49AE-B113-48F763AAC642}"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81840FB-B203-4F8A-BE86-9A8A89B13C27}"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Mudwerks Pottery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9131EECB-35DB-49C6-9195-BCFD88CDAC1B}" type="datetime1">
              <a:rPr lang="en-US" smtClean="0"/>
              <a:t>5/15/2026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F83CE761-4B24-4945-9858-413513118D9F}"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6AF22256-29AD-4163-BD9E-D63131319538}"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87B138C-EE6F-4F20-BBD2-514A8E7FF0AB}"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A25ADC66-7A6C-4A9E-8549-F8857D42B394}" type="datetime1">
              <a:rPr lang="en-US" smtClean="0"/>
              <a:t>5/15/2026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D920F1B-6B0F-4E22-B866-197943E20399}" type="datetime1">
              <a:rPr lang="en-US" smtClean="0"/>
              <a:t>5/15/2026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b">
            <a:noAutofit/>
          </a:bodyPr>
          <a:lstStyle>
            <a:lvl1pPr>
              <a:defRPr sz="72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Mudwerks Pottery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58912819-068F-4EEB-B42E-20E3CBB83992}" type="datetime1">
              <a:rPr lang="en-US" smtClean="0"/>
              <a:t>5/15/2026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3671C62-F31D-40B5-84CB-501689073150}"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912FCC-81B4-4362-806D-74DB36836BE4}"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3D9D1C-53AD-4A17-9946-A2C9A2AA1DBF}"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B66FA5E-6966-4DCA-918C-AA6C00AA6329}"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4B85B1B-8203-4DB8-9262-039C704FC814}"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Mudwerks Pottery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F27C290C-1DD8-4C2B-B96D-D7A23BAAC7F9}" type="datetime1">
              <a:rPr lang="en-US" smtClean="0"/>
              <a:t>5/15/2026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Mudwerks Pottery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8844C6FC-9625-4DD2-BC6C-E0C3E82167A8}" type="datetime1">
              <a:rPr lang="en-US" smtClean="0"/>
              <a:t>5/15/2026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Mudwerks Pottery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ACE3A0F6-BFE9-4EB9-8D60-5D34CE93FBB4}" type="datetime1">
              <a:rPr lang="en-US" smtClean="0"/>
              <a:t>5/15/2026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6C413D90-11A5-463A-93C9-7659D1C0A081}" type="datetime1">
              <a:rPr lang="en-US" smtClean="0"/>
              <a:t>5/15/2026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4F6A2C53-EDC3-4783-9ED3-83666B8B4243}"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Mudwerks Pottery</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CA25518C-32F6-47B0-ADDB-99CE3BFBBD6A}" type="datetime1">
              <a:rPr lang="en-US" smtClean="0"/>
              <a:t>5/15/2026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44B97408-0133-492A-97C5-0A89E69D6C71}" type="datetime1">
              <a:rPr lang="en-US" smtClean="0"/>
              <a:t>5/15/2026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Mudwerks Pottery</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714B473C-E5A2-456F-812E-EEEE8374B072}" type="datetime1">
              <a:rPr lang="en-US" smtClean="0"/>
              <a:t>5/15/2026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C0294B61-91BF-49D5-B5D8-FC408BCA9EA9}"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Mudwerks Pottery</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09388760-5B0A-4773-94B1-70BE6354B0F0}" type="datetime1">
              <a:rPr lang="en-US" smtClean="0"/>
              <a:t>5/15/2026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D5B7FA2-ABEE-4370-95A7-99013447AD24}"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36FAA76-A9F0-4770-ABF2-4877AECE5BA0}"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590E748E-04DF-434C-8E57-48AA34E05F6B}"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Mudwerks Pottery</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EA84EFA9-7609-47AE-944A-E8E6C123A8DD}" type="datetime1">
              <a:rPr lang="en-US" smtClean="0"/>
              <a:t>5/15/2026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E182DD64-DDDF-45BE-9699-789FB269517C}" type="datetime1">
              <a:rPr lang="en-US" smtClean="0"/>
              <a:t>5/15/2026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Mudwerks Pottery</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870A69A8-BD79-42DA-8C09-65E26ACE92C6}" type="datetime1">
              <a:rPr lang="en-US" smtClean="0"/>
              <a:t>5/15/2026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1A0725C-909C-466D-A791-CD9663D55B6D}"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78DBF8F-8567-4FDC-9CA9-4227CF42CA55}"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8D959165-7A35-4C46-8884-D100D8535537}" type="datetime1">
              <a:rPr lang="en-US" smtClean="0"/>
              <a:t>5/15/2026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A96E0555-4690-46AC-A067-D7864ADA7482}" type="datetime1">
              <a:rPr lang="en-US" smtClean="0"/>
              <a:t>5/15/2026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518FFBE4-335F-4A66-89A1-941E4C712C7D}" type="datetime1">
              <a:rPr lang="en-US" smtClean="0"/>
              <a:t>5/15/2026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05EA84B7-8DFC-4F65-955D-008F4E0A05D4}" type="datetime1">
              <a:rPr lang="en-US" smtClean="0"/>
              <a:t>5/15/2026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5B58439D-D278-4755-A10A-DB86F62E0E28}" type="datetime1">
              <a:rPr lang="en-US" smtClean="0"/>
              <a:t>5/15/2026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92AD9759-87AE-4089-80BD-72C77965A11A}" type="datetime1">
              <a:rPr lang="en-US" smtClean="0"/>
              <a:t>5/15/2026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1DE4BD59-353E-4976-BB15-530CEA4C1DC7}" type="datetime1">
              <a:rPr lang="en-US" smtClean="0"/>
              <a:t>5/15/2026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14B0CC70-6D7E-4A74-BCF5-EB3F97124F59}" type="datetime1">
              <a:rPr lang="en-US" smtClean="0"/>
              <a:t>5/15/2026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DC93F67C-0AFA-4EC8-808D-591370D8BA16}" type="datetime1">
              <a:rPr lang="en-US" smtClean="0"/>
              <a:t>5/15/2026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Mudwerks Pottery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19138F8-C91F-4821-83C6-F4AA5199580B}" type="datetime1">
              <a:rPr lang="en-US" smtClean="0"/>
              <a:t>5/15/2026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AD0963B-3FCF-4A63-9E6E-08EB36B70CF4}" type="datetime1">
              <a:rPr lang="en-US" smtClean="0"/>
              <a:t>5/15/2026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Mudwerks Pottery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F4F12C22-7D01-4156-90B8-E41E4289F8D6}" type="datetime1">
              <a:rPr lang="en-US" smtClean="0"/>
              <a:t>5/15/2026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F3F269FD-8ED8-48D1-92B2-94B3C46DDB72}" type="datetime1">
              <a:rPr lang="en-US" smtClean="0"/>
              <a:t>5/15/2026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B0B006BE-5672-4B52-ADA3-6E5DEABA466F}" type="datetime1">
              <a:rPr lang="en-US" smtClean="0"/>
              <a:t>5/15/2026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0CEC9F2-A5D3-4C2B-848D-8CAA4672FDE2}" type="datetime1">
              <a:rPr lang="en-US" smtClean="0"/>
              <a:t>5/15/2026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Mudwerks Pottery</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93D988E-E28E-4A4A-A2F6-86E6E9511336}" type="datetime1">
              <a:rPr lang="en-US" smtClean="0"/>
              <a:t>5/15/2026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
        <p:nvSpPr>
          <p:cNvPr id="8" name="TextBox 7">
            <a:extLst>
              <a:ext uri="{FF2B5EF4-FFF2-40B4-BE49-F238E27FC236}">
                <a16:creationId xmlns:a16="http://schemas.microsoft.com/office/drawing/2014/main" id="{76EF22CE-B544-1AA3-A8E5-3CEC1AEEE001}"/>
              </a:ext>
            </a:extLst>
          </p:cNvPr>
          <p:cNvSpPr txBox="1"/>
          <p:nvPr userDrawn="1">
            <p:extLst>
              <p:ext uri="{1162E1C5-73C7-4A58-AE30-91384D911F3F}">
                <p184:classification xmlns:p184="http://schemas.microsoft.com/office/powerpoint/2018/4/main" val="ftr"/>
              </p:ext>
            </p:extLst>
          </p:nvPr>
        </p:nvSpPr>
        <p:spPr>
          <a:xfrm>
            <a:off x="63500" y="6687820"/>
            <a:ext cx="454025" cy="106680"/>
          </a:xfrm>
          <a:prstGeom prst="rect">
            <a:avLst/>
          </a:prstGeom>
        </p:spPr>
        <p:txBody>
          <a:bodyPr horzOverflow="overflow" lIns="0" tIns="0" rIns="0" bIns="0">
            <a:spAutoFit/>
          </a:bodyPr>
          <a:lstStyle/>
          <a:p>
            <a:pPr algn="l"/>
            <a:r>
              <a:rPr lang="en-US" sz="700">
                <a:solidFill>
                  <a:srgbClr val="000000">
                    <a:alpha val="50000"/>
                  </a:srgbClr>
                </a:solidFill>
                <a:latin typeface="Aptos" panose="020B0004020202020204" pitchFamily="34" charset="0"/>
              </a:rPr>
              <a:t>C2 General</a:t>
            </a:r>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Lst>
  <p:hf sldNum="0" hdr="0" ftr="0" dt="0"/>
  <p:txStyles>
    <p:titleStyle>
      <a:lvl1pPr algn="l" defTabSz="914400" rtl="0" eaLnBrk="1" latinLnBrk="0" hangingPunct="1">
        <a:lnSpc>
          <a:spcPct val="80000"/>
        </a:lnSpc>
        <a:spcBef>
          <a:spcPct val="0"/>
        </a:spcBef>
        <a:buNone/>
        <a:defRPr sz="48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E1DC-B4B3-3A15-B197-6A325D5BFBF4}"/>
              </a:ext>
            </a:extLst>
          </p:cNvPr>
          <p:cNvSpPr>
            <a:spLocks noGrp="1"/>
          </p:cNvSpPr>
          <p:nvPr>
            <p:ph type="ctrTitle"/>
          </p:nvPr>
        </p:nvSpPr>
        <p:spPr>
          <a:xfrm>
            <a:off x="612646" y="685800"/>
            <a:ext cx="11362236" cy="4007406"/>
          </a:xfrm>
        </p:spPr>
        <p:txBody>
          <a:bodyPr/>
          <a:lstStyle/>
          <a:p>
            <a:pPr marL="0" indent="0">
              <a:buNone/>
            </a:pPr>
            <a:r>
              <a:rPr lang="en-US" sz="9000" b="0" i="0" u="none" dirty="0">
                <a:latin typeface="Bahnschrift SemiLight"/>
              </a:rPr>
              <a:t>DOCKER </a:t>
            </a:r>
            <a:br>
              <a:rPr lang="en-US" sz="9000" b="0" i="0" u="none">
                <a:latin typeface="Bahnschrift SemiLight"/>
              </a:rPr>
            </a:br>
            <a:r>
              <a:rPr lang="en-US" sz="4800" b="0" i="0" u="none">
                <a:latin typeface="Bahnschrift SemiLight"/>
              </a:rPr>
              <a:t>multistage </a:t>
            </a:r>
            <a:r>
              <a:rPr lang="en-US" sz="4800" b="0" i="0" u="none" dirty="0">
                <a:latin typeface="Bahnschrift SemiLight"/>
              </a:rPr>
              <a:t>| DISTROLESS IMAGES</a:t>
            </a:r>
            <a:endParaRPr sz="4800" dirty="0"/>
          </a:p>
        </p:txBody>
      </p:sp>
    </p:spTree>
    <p:extLst>
      <p:ext uri="{BB962C8B-B14F-4D97-AF65-F5344CB8AC3E}">
        <p14:creationId xmlns:p14="http://schemas.microsoft.com/office/powerpoint/2010/main" val="164471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pPr marL="0" indent="0">
              <a:buNone/>
            </a:pPr>
            <a:r>
              <a:rPr lang="en-US" sz="3800" b="0" i="0" u="none" dirty="0">
                <a:latin typeface="Bahnschrift SemiLight"/>
              </a:rPr>
              <a:t>WHY CONTAINER SIZE AND SECURITY MATTER</a:t>
            </a:r>
            <a:endParaRPr sz="3800" dirty="0">
              <a:latin typeface="Bahnschrift SemiLight"/>
            </a:endParaRP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marL="0" lvl="0" indent="0">
              <a:buNone/>
            </a:pPr>
            <a:r>
              <a:rPr lang="en-US" sz="2400" b="0" i="0" u="none" dirty="0">
                <a:latin typeface="Bahnschrift SemiLight"/>
              </a:rPr>
              <a:t>Smaller container images enable faster downloads and deployments while reducing storage consumption. Strong security practices are essential to lower vulnerabilities and minimize the attack surface, especially in production environments.</a:t>
            </a:r>
            <a:endParaRPr sz="2400" dirty="0">
              <a:latin typeface="Bahnschrift SemiLight"/>
            </a:endParaRPr>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normAutofit fontScale="25000" lnSpcReduction="20000"/>
          </a:bodyP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pPr marL="0" indent="0" algn="l">
              <a:buNone/>
            </a:pPr>
            <a:r>
              <a:rPr lang="en-US" sz="3800" b="0" i="0" u="none">
                <a:latin typeface="Bahnschrift SemiLight"/>
              </a:rPr>
              <a:t>WHAT MULTI-STAGE</a:t>
            </a:r>
            <a:br>
              <a:rPr lang="en-US" sz="3800" b="0" i="0" u="none">
                <a:latin typeface="Bahnschrift SemiLight"/>
              </a:rPr>
            </a:br>
            <a:r>
              <a:rPr lang="en-US" sz="3800" b="0" i="0" u="none">
                <a:latin typeface="Bahnschrift SemiLight"/>
              </a:rPr>
              <a:t>DOCKER BUILDS ARE</a:t>
            </a:r>
            <a:endParaRPr sz="3800">
              <a:latin typeface="Bahnschrift SemiLight"/>
            </a:endParaRP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marL="0" lvl="0" indent="0">
              <a:buNone/>
            </a:pPr>
            <a:r>
              <a:rPr lang="en-US" sz="2400" b="0" i="0" u="none" dirty="0">
                <a:latin typeface="Bahnschrift SemiLight"/>
              </a:rPr>
              <a:t>Multi-stage Docker builds define multiple build phases within a single </a:t>
            </a:r>
            <a:r>
              <a:rPr lang="en-US" sz="2400" b="0" i="0" u="none" dirty="0" err="1">
                <a:latin typeface="Bahnschrift SemiLight"/>
              </a:rPr>
              <a:t>Dockerfile</a:t>
            </a:r>
            <a:r>
              <a:rPr lang="en-US" sz="2400" b="0" i="0" u="none" dirty="0">
                <a:latin typeface="Bahnschrift SemiLight"/>
              </a:rPr>
              <a:t>, keeping build dependencies separate from the final runtime image.</a:t>
            </a:r>
            <a:endParaRPr sz="2400" dirty="0">
              <a:latin typeface="Bahnschrift SemiLight"/>
            </a:endParaRPr>
          </a:p>
          <a:p>
            <a:pPr marL="0" lvl="0" indent="0">
              <a:buNone/>
            </a:pPr>
            <a:r>
              <a:rPr lang="en-US" sz="2400" b="0" i="0" u="none" dirty="0">
                <a:latin typeface="Bahnschrift SemiLight"/>
              </a:rPr>
              <a:t>This approach produces leaner containers by excluding unnecessary tools, intermediate artifacts, and extra files from production images, improving efficiency, portability, and security.</a:t>
            </a:r>
            <a:endParaRPr sz="2400" dirty="0">
              <a:latin typeface="Bahnschrift SemiLight"/>
            </a:endParaRPr>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normAutofit fontScale="25000" lnSpcReduction="20000"/>
          </a:bodyP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8D673-33F5-1A29-752C-31E4ED4D3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8DE65-0560-F6D4-4D1C-CFDB853C85F6}"/>
              </a:ext>
            </a:extLst>
          </p:cNvPr>
          <p:cNvSpPr>
            <a:spLocks noGrp="1"/>
          </p:cNvSpPr>
          <p:nvPr>
            <p:ph type="title"/>
          </p:nvPr>
        </p:nvSpPr>
        <p:spPr/>
        <p:txBody>
          <a:bodyPr/>
          <a:lstStyle/>
          <a:p>
            <a:pPr marL="0" indent="0">
              <a:buNone/>
            </a:pPr>
            <a:r>
              <a:rPr lang="en-US" sz="4800" b="0" i="0" u="none">
                <a:latin typeface="Bahnschrift SemiLight"/>
              </a:rPr>
              <a:t>HOW MULTI-STAGE BUILDS WORK</a:t>
            </a:r>
            <a:endParaRPr/>
          </a:p>
        </p:txBody>
      </p:sp>
      <p:graphicFrame>
        <p:nvGraphicFramePr>
          <p:cNvPr id="5" name="Content Placeholder 4">
            <a:extLst>
              <a:ext uri="{FF2B5EF4-FFF2-40B4-BE49-F238E27FC236}">
                <a16:creationId xmlns:a16="http://schemas.microsoft.com/office/drawing/2014/main" id="{4A8F5EB6-E76D-EE65-9AC5-5A0B41F6A34C}"/>
              </a:ext>
            </a:extLst>
          </p:cNvPr>
          <p:cNvGraphicFramePr>
            <a:graphicFrameLocks noGrp="1"/>
          </p:cNvGraphicFramePr>
          <p:nvPr>
            <p:ph idx="1"/>
            <p:extLst>
              <p:ext uri="{D42A27DB-BD31-4B8C-83A1-F6EECF244321}">
                <p14:modId xmlns:p14="http://schemas.microsoft.com/office/powerpoint/2010/main" val="3902670059"/>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612775" y="1828800"/>
          <a:ext cx="10963275"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833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pPr marL="0" indent="0">
              <a:buNone/>
            </a:pPr>
            <a:r>
              <a:rPr lang="en-US" sz="3800" b="0" i="0" u="none" dirty="0">
                <a:latin typeface="Bahnschrift SemiLight"/>
              </a:rPr>
              <a:t>WHAT DISTROLESS IMAGES ARE</a:t>
            </a:r>
            <a:endParaRPr sz="3800" dirty="0">
              <a:latin typeface="Bahnschrift SemiLight"/>
            </a:endParaRP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marL="0" lvl="0" indent="0">
              <a:buNone/>
            </a:pPr>
            <a:r>
              <a:rPr lang="en-US" sz="2400" b="0" i="0" u="none" dirty="0">
                <a:latin typeface="Bahnschrift SemiLight"/>
              </a:rPr>
              <a:t>Distroless images are minimal container images that include only the application and its runtime dependencies, excluding package managers and shells. This reduces the attack surface and improves security, but it also means there is no interactive shell for debugging or direct access inside the container.</a:t>
            </a:r>
            <a:endParaRPr sz="2400" dirty="0">
              <a:latin typeface="Bahnschrift SemiLight"/>
            </a:endParaRPr>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normAutofit fontScale="25000" lnSpcReduction="20000"/>
          </a:bodyP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D578-5973-BE4C-750A-7E87CF4599F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5C47AC1-44F0-4EA1-EF28-5194FBA84A46}"/>
              </a:ext>
            </a:extLst>
          </p:cNvPr>
          <p:cNvSpPr>
            <a:spLocks noGrp="1"/>
          </p:cNvSpPr>
          <p:nvPr>
            <p:ph type="title"/>
          </p:nvPr>
        </p:nvSpPr>
        <p:spPr>
          <a:xfrm>
            <a:off x="612647" y="685800"/>
            <a:ext cx="3654553" cy="3643916"/>
          </a:xfrm>
        </p:spPr>
        <p:txBody>
          <a:bodyPr anchor="t">
            <a:noAutofit/>
          </a:bodyPr>
          <a:lstStyle>
            <a:lvl1pPr>
              <a:defRPr sz="5400"/>
            </a:lvl1pPr>
          </a:lstStyle>
          <a:p>
            <a:pPr marL="0" indent="0">
              <a:buNone/>
            </a:pPr>
            <a:r>
              <a:rPr lang="en-US" sz="3200" b="0" i="0" u="none" dirty="0">
                <a:latin typeface="Bahnschrift SemiLight"/>
              </a:rPr>
              <a:t>BENEFITS AND TRADE-OFFS OF DISTROLESS IMAGES</a:t>
            </a:r>
            <a:endParaRPr sz="3200" dirty="0">
              <a:latin typeface="Bahnschrift SemiLight"/>
            </a:endParaRPr>
          </a:p>
        </p:txBody>
      </p:sp>
      <p:sp>
        <p:nvSpPr>
          <p:cNvPr id="9" name="Text Placeholder 3">
            <a:extLst>
              <a:ext uri="{FF2B5EF4-FFF2-40B4-BE49-F238E27FC236}">
                <a16:creationId xmlns:a16="http://schemas.microsoft.com/office/drawing/2014/main" id="{96F4AC36-EF89-33C1-4A6B-7906EB3B6CD0}"/>
              </a:ext>
            </a:extLst>
          </p:cNvPr>
          <p:cNvSpPr>
            <a:spLocks noGrp="1"/>
          </p:cNvSpPr>
          <p:nvPr>
            <p:ph type="body" sz="half" idx="2"/>
          </p:nvPr>
        </p:nvSpPr>
        <p:spPr>
          <a:xfrm>
            <a:off x="612647" y="3194138"/>
            <a:ext cx="3654553" cy="2953254"/>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buNone/>
            </a:pPr>
            <a:r>
              <a:rPr lang="en-US" sz="2000" b="0" i="0" u="none" dirty="0">
                <a:latin typeface="Bahnschrift SemiLight"/>
              </a:rPr>
              <a:t>Distroless images improve efficiency and security by stripping away unnecessary components. The trade-off is a leaner runtime environment that requires different debugging and troubleshooting practices.</a:t>
            </a:r>
            <a:endParaRPr sz="2000" dirty="0">
              <a:latin typeface="Bahnschrift SemiLight"/>
            </a:endParaRPr>
          </a:p>
        </p:txBody>
      </p:sp>
      <p:graphicFrame>
        <p:nvGraphicFramePr>
          <p:cNvPr id="21" name="SmartArt 8">
            <a:extLst>
              <a:ext uri="{FF2B5EF4-FFF2-40B4-BE49-F238E27FC236}">
                <a16:creationId xmlns:a16="http://schemas.microsoft.com/office/drawing/2014/main" id="{04A92908-1F98-1C1D-8CF4-39772112E213}"/>
              </a:ext>
            </a:extLst>
          </p:cNvPr>
          <p:cNvGraphicFramePr>
            <a:graphicFrameLocks/>
          </p:cNvGraphicFramePr>
          <p:nvPr>
            <p:extLst>
              <p:ext uri="{D42A27DB-BD31-4B8C-83A1-F6EECF244321}">
                <p14:modId xmlns:p14="http://schemas.microsoft.com/office/powerpoint/2010/main" val="1860748858"/>
              </p:ext>
            </p:extLst>
          </p:nvPr>
        </p:nvGraphicFramePr>
        <p:xfrm>
          <a:off x="4876798" y="685800"/>
          <a:ext cx="669950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65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D578-5973-BE4C-750A-7E87CF4599F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5C47AC1-44F0-4EA1-EF28-5194FBA84A46}"/>
              </a:ext>
            </a:extLst>
          </p:cNvPr>
          <p:cNvSpPr>
            <a:spLocks noGrp="1"/>
          </p:cNvSpPr>
          <p:nvPr>
            <p:ph type="title"/>
          </p:nvPr>
        </p:nvSpPr>
        <p:spPr>
          <a:xfrm>
            <a:off x="612647" y="685800"/>
            <a:ext cx="3654553" cy="3643916"/>
          </a:xfrm>
        </p:spPr>
        <p:txBody>
          <a:bodyPr anchor="t">
            <a:noAutofit/>
          </a:bodyPr>
          <a:lstStyle>
            <a:lvl1pPr>
              <a:defRPr sz="5400"/>
            </a:lvl1pPr>
          </a:lstStyle>
          <a:p>
            <a:pPr marL="0" indent="0">
              <a:buNone/>
            </a:pPr>
            <a:r>
              <a:rPr lang="en-US" sz="3200" b="0" i="0" u="none" dirty="0">
                <a:latin typeface="Bahnschrift SemiLight"/>
              </a:rPr>
              <a:t>EXAMPLE: MULTI-STAGE BUILD WITH A DISTROLESS RUNTIME</a:t>
            </a:r>
            <a:endParaRPr sz="3200" dirty="0">
              <a:latin typeface="Bahnschrift SemiLight"/>
            </a:endParaRPr>
          </a:p>
        </p:txBody>
      </p:sp>
      <p:sp>
        <p:nvSpPr>
          <p:cNvPr id="9" name="Text Placeholder 3">
            <a:extLst>
              <a:ext uri="{FF2B5EF4-FFF2-40B4-BE49-F238E27FC236}">
                <a16:creationId xmlns:a16="http://schemas.microsoft.com/office/drawing/2014/main" id="{96F4AC36-EF89-33C1-4A6B-7906EB3B6CD0}"/>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buNone/>
            </a:pPr>
            <a:r>
              <a:rPr lang="en-US" sz="2000" b="0" i="0" u="none" dirty="0">
                <a:latin typeface="Bahnschrift SemiLight"/>
              </a:rPr>
              <a:t>Compile the application in a full build image, then copy only the final binary into a minimal </a:t>
            </a:r>
            <a:r>
              <a:rPr lang="en-US" sz="2000" b="0" i="0" u="none" dirty="0" err="1">
                <a:latin typeface="Bahnschrift SemiLight"/>
              </a:rPr>
              <a:t>distroless</a:t>
            </a:r>
            <a:r>
              <a:rPr lang="en-US" sz="2000" b="0" i="0" u="none" dirty="0">
                <a:latin typeface="Bahnschrift SemiLight"/>
              </a:rPr>
              <a:t> runtime. This keeps the production container lightweight and more secure.</a:t>
            </a:r>
            <a:endParaRPr sz="2000" dirty="0">
              <a:latin typeface="Bahnschrift SemiLight"/>
            </a:endParaRPr>
          </a:p>
        </p:txBody>
      </p:sp>
      <p:graphicFrame>
        <p:nvGraphicFramePr>
          <p:cNvPr id="21" name="SmartArt 8">
            <a:extLst>
              <a:ext uri="{FF2B5EF4-FFF2-40B4-BE49-F238E27FC236}">
                <a16:creationId xmlns:a16="http://schemas.microsoft.com/office/drawing/2014/main" id="{04A92908-1F98-1C1D-8CF4-39772112E213}"/>
              </a:ext>
            </a:extLst>
          </p:cNvPr>
          <p:cNvGraphicFramePr>
            <a:graphicFrameLocks/>
          </p:cNvGraphicFramePr>
          <p:nvPr>
            <p:extLst>
              <p:ext uri="{D42A27DB-BD31-4B8C-83A1-F6EECF244321}">
                <p14:modId xmlns:p14="http://schemas.microsoft.com/office/powerpoint/2010/main" val="3822158303"/>
              </p:ext>
            </p:extLst>
          </p:nvPr>
        </p:nvGraphicFramePr>
        <p:xfrm>
          <a:off x="4876798" y="685800"/>
          <a:ext cx="6699503"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655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E798-2343-B3CE-6652-A2DF6294C4F3}"/>
              </a:ext>
            </a:extLst>
          </p:cNvPr>
          <p:cNvSpPr>
            <a:spLocks noGrp="1"/>
          </p:cNvSpPr>
          <p:nvPr>
            <p:ph type="title"/>
          </p:nvPr>
        </p:nvSpPr>
        <p:spPr/>
        <p:txBody>
          <a:bodyPr/>
          <a:lstStyle/>
          <a:p>
            <a:pPr marL="0" indent="0">
              <a:buNone/>
            </a:pPr>
            <a:r>
              <a:rPr lang="en-US" sz="4800" b="0" i="0" u="none">
                <a:latin typeface="Bahnschrift SemiLight"/>
              </a:rPr>
              <a:t>WHEN TO USE EACH APPROACH</a:t>
            </a:r>
            <a:endParaRPr/>
          </a:p>
        </p:txBody>
      </p:sp>
      <p:sp>
        <p:nvSpPr>
          <p:cNvPr id="52" name="Rectangle 51">
            <a:extLst>
              <a:ext uri="{FF2B5EF4-FFF2-40B4-BE49-F238E27FC236}">
                <a16:creationId xmlns:a16="http://schemas.microsoft.com/office/drawing/2014/main" id="{16C85CA1-5D84-2999-26D4-0D658E9FB15C}"/>
              </a:ext>
            </a:extLst>
          </p:cNvPr>
          <p:cNvSpPr/>
          <p:nvPr/>
        </p:nvSpPr>
        <p:spPr>
          <a:xfrm>
            <a:off x="679807" y="1810421"/>
            <a:ext cx="2249424" cy="1097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36" name="Text Placeholder 39">
            <a:extLst>
              <a:ext uri="{FF2B5EF4-FFF2-40B4-BE49-F238E27FC236}">
                <a16:creationId xmlns:a16="http://schemas.microsoft.com/office/drawing/2014/main" id="{AC43476D-4716-9F5B-5FE9-3EDA5D02DF62}"/>
              </a:ext>
            </a:extLst>
          </p:cNvPr>
          <p:cNvSpPr txBox="1">
            <a:spLocks/>
          </p:cNvSpPr>
          <p:nvPr/>
        </p:nvSpPr>
        <p:spPr>
          <a:xfrm>
            <a:off x="623845" y="1953923"/>
            <a:ext cx="2337509"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600"/>
              </a:spcAft>
              <a:buNone/>
            </a:pPr>
            <a:r>
              <a:rPr lang="en-US" sz="2000" b="0" i="0" u="none" cap="all" dirty="0">
                <a:latin typeface="Bahnschrift SemiLight"/>
              </a:rPr>
              <a:t>MULTI-STAGE BUILDS</a:t>
            </a:r>
            <a:endParaRPr sz="2000" dirty="0">
              <a:latin typeface="+mj-lt"/>
            </a:endParaRPr>
          </a:p>
        </p:txBody>
      </p:sp>
      <p:sp>
        <p:nvSpPr>
          <p:cNvPr id="28" name="Text Placeholder 39">
            <a:extLst>
              <a:ext uri="{FF2B5EF4-FFF2-40B4-BE49-F238E27FC236}">
                <a16:creationId xmlns:a16="http://schemas.microsoft.com/office/drawing/2014/main" id="{D005794E-A9AB-82B7-FFCC-542337605202}"/>
              </a:ext>
            </a:extLst>
          </p:cNvPr>
          <p:cNvSpPr txBox="1">
            <a:spLocks/>
          </p:cNvSpPr>
          <p:nvPr/>
        </p:nvSpPr>
        <p:spPr>
          <a:xfrm>
            <a:off x="623845" y="2677448"/>
            <a:ext cx="2337509" cy="2371978"/>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fontAlgn="t">
              <a:lnSpc>
                <a:spcPct val="110000"/>
              </a:lnSpc>
              <a:spcAft>
                <a:spcPts val="600"/>
              </a:spcAft>
              <a:buNone/>
            </a:pPr>
            <a:r>
              <a:rPr lang="en-US" sz="1600" b="0" i="0" u="none" dirty="0">
                <a:latin typeface="Bahnschrift SemiLight"/>
              </a:rPr>
              <a:t>Multi-stage builds are beneficial in most scenarios because they help reduce final image size while keeping the build process flexible.</a:t>
            </a:r>
            <a:endParaRPr sz="1600" dirty="0"/>
          </a:p>
        </p:txBody>
      </p:sp>
      <p:sp>
        <p:nvSpPr>
          <p:cNvPr id="20" name="Text Placeholder 32">
            <a:extLst>
              <a:ext uri="{FF2B5EF4-FFF2-40B4-BE49-F238E27FC236}">
                <a16:creationId xmlns:a16="http://schemas.microsoft.com/office/drawing/2014/main" id="{5668BD24-5BEC-F87C-D36C-3EF4EB8B999E}"/>
              </a:ext>
            </a:extLst>
          </p:cNvPr>
          <p:cNvSpPr txBox="1">
            <a:spLocks/>
          </p:cNvSpPr>
          <p:nvPr/>
        </p:nvSpPr>
        <p:spPr>
          <a:xfrm>
            <a:off x="679807" y="5282558"/>
            <a:ext cx="2251271" cy="1070318"/>
          </a:xfrm>
          <a:prstGeom prst="rect">
            <a:avLst/>
          </a:prstGeom>
          <a:solidFill>
            <a:schemeClr val="accent1"/>
          </a:solidFill>
        </p:spPr>
        <p:txBody>
          <a:bodyPr vert="horz" lIns="91440" tIns="45720" rIns="91440" bIns="4572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dirty="0">
                <a:solidFill>
                  <a:schemeClr val="bg1"/>
                </a:solidFill>
                <a:latin typeface="Bahnschrift SemiLight"/>
              </a:rPr>
              <a:t>Default choice</a:t>
            </a:r>
            <a:endParaRPr sz="1800" dirty="0">
              <a:solidFill>
                <a:schemeClr val="bg1"/>
              </a:solidFill>
            </a:endParaRPr>
          </a:p>
        </p:txBody>
      </p:sp>
      <p:sp>
        <p:nvSpPr>
          <p:cNvPr id="54" name="Rectangle 53">
            <a:extLst>
              <a:ext uri="{FF2B5EF4-FFF2-40B4-BE49-F238E27FC236}">
                <a16:creationId xmlns:a16="http://schemas.microsoft.com/office/drawing/2014/main" id="{629A1E28-B586-EAC2-19F1-C5D877D86A7E}"/>
              </a:ext>
            </a:extLst>
          </p:cNvPr>
          <p:cNvSpPr/>
          <p:nvPr/>
        </p:nvSpPr>
        <p:spPr>
          <a:xfrm>
            <a:off x="3538728" y="1804037"/>
            <a:ext cx="2249424" cy="10972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38" name="Text Placeholder 40">
            <a:extLst>
              <a:ext uri="{FF2B5EF4-FFF2-40B4-BE49-F238E27FC236}">
                <a16:creationId xmlns:a16="http://schemas.microsoft.com/office/drawing/2014/main" id="{DF162A37-5E90-0D7F-8BBE-777F93A86B55}"/>
              </a:ext>
            </a:extLst>
          </p:cNvPr>
          <p:cNvSpPr txBox="1">
            <a:spLocks/>
          </p:cNvSpPr>
          <p:nvPr/>
        </p:nvSpPr>
        <p:spPr>
          <a:xfrm>
            <a:off x="3478024" y="1953922"/>
            <a:ext cx="2337509"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600"/>
              </a:spcAft>
              <a:buNone/>
            </a:pPr>
            <a:r>
              <a:rPr lang="en-US" sz="2000" b="0" i="0" u="none" cap="all" dirty="0">
                <a:latin typeface="Bahnschrift SemiLight"/>
              </a:rPr>
              <a:t>DISTROLESS IMAGES</a:t>
            </a:r>
            <a:endParaRPr sz="2000" dirty="0">
              <a:latin typeface="+mj-lt"/>
            </a:endParaRPr>
          </a:p>
        </p:txBody>
      </p:sp>
      <p:sp>
        <p:nvSpPr>
          <p:cNvPr id="30" name="Text Placeholder 40">
            <a:extLst>
              <a:ext uri="{FF2B5EF4-FFF2-40B4-BE49-F238E27FC236}">
                <a16:creationId xmlns:a16="http://schemas.microsoft.com/office/drawing/2014/main" id="{3D4A714F-AFB6-FAC0-75CC-0A6881C60FF9}"/>
              </a:ext>
            </a:extLst>
          </p:cNvPr>
          <p:cNvSpPr txBox="1">
            <a:spLocks/>
          </p:cNvSpPr>
          <p:nvPr/>
        </p:nvSpPr>
        <p:spPr>
          <a:xfrm>
            <a:off x="3478024" y="2677447"/>
            <a:ext cx="2337509" cy="2294071"/>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fontAlgn="t">
              <a:lnSpc>
                <a:spcPct val="110000"/>
              </a:lnSpc>
              <a:spcAft>
                <a:spcPts val="600"/>
              </a:spcAft>
              <a:buNone/>
            </a:pPr>
            <a:r>
              <a:rPr lang="en-US" sz="1600" b="0" i="0" u="none" dirty="0">
                <a:latin typeface="Bahnschrift SemiLight"/>
              </a:rPr>
              <a:t>Distroless images are ideal when security is a priority, as they minimize the runtime surface and remove unnecessary components.</a:t>
            </a:r>
            <a:endParaRPr sz="1600" dirty="0"/>
          </a:p>
        </p:txBody>
      </p:sp>
      <p:sp>
        <p:nvSpPr>
          <p:cNvPr id="22" name="Text Placeholder 36">
            <a:extLst>
              <a:ext uri="{FF2B5EF4-FFF2-40B4-BE49-F238E27FC236}">
                <a16:creationId xmlns:a16="http://schemas.microsoft.com/office/drawing/2014/main" id="{A128AE6D-6BB4-604C-0089-202C8B1FB2C1}"/>
              </a:ext>
            </a:extLst>
          </p:cNvPr>
          <p:cNvSpPr txBox="1">
            <a:spLocks/>
          </p:cNvSpPr>
          <p:nvPr/>
        </p:nvSpPr>
        <p:spPr>
          <a:xfrm>
            <a:off x="3533987" y="5282558"/>
            <a:ext cx="2251271" cy="1070318"/>
          </a:xfrm>
          <a:prstGeom prst="rect">
            <a:avLst/>
          </a:prstGeom>
          <a:solidFill>
            <a:schemeClr val="accent2"/>
          </a:solidFill>
        </p:spPr>
        <p:txBody>
          <a:bodyPr vert="horz" lIns="91440" tIns="45720" rIns="91440" bIns="4572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Security-first</a:t>
            </a:r>
            <a:endParaRPr sz="1800">
              <a:solidFill>
                <a:schemeClr val="bg1"/>
              </a:solidFill>
            </a:endParaRPr>
          </a:p>
        </p:txBody>
      </p:sp>
      <p:sp>
        <p:nvSpPr>
          <p:cNvPr id="56" name="Rectangle 55">
            <a:extLst>
              <a:ext uri="{FF2B5EF4-FFF2-40B4-BE49-F238E27FC236}">
                <a16:creationId xmlns:a16="http://schemas.microsoft.com/office/drawing/2014/main" id="{FB630AEC-75D0-A48D-A9C5-56343350430E}"/>
              </a:ext>
            </a:extLst>
          </p:cNvPr>
          <p:cNvSpPr/>
          <p:nvPr/>
        </p:nvSpPr>
        <p:spPr>
          <a:xfrm>
            <a:off x="6397649" y="1809329"/>
            <a:ext cx="2249424" cy="10972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40" name="Text Placeholder 41">
            <a:extLst>
              <a:ext uri="{FF2B5EF4-FFF2-40B4-BE49-F238E27FC236}">
                <a16:creationId xmlns:a16="http://schemas.microsoft.com/office/drawing/2014/main" id="{9F0D310D-2BDE-51BC-BB56-627FE4634C95}"/>
              </a:ext>
            </a:extLst>
          </p:cNvPr>
          <p:cNvSpPr txBox="1">
            <a:spLocks/>
          </p:cNvSpPr>
          <p:nvPr/>
        </p:nvSpPr>
        <p:spPr>
          <a:xfrm>
            <a:off x="6344266" y="1953922"/>
            <a:ext cx="2359901"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600"/>
              </a:spcAft>
              <a:buNone/>
            </a:pPr>
            <a:r>
              <a:rPr lang="en-US" sz="2000" b="0" i="0" u="none" cap="all" dirty="0">
                <a:latin typeface="Bahnschrift SemiLight"/>
              </a:rPr>
              <a:t>PRODUCTION USE</a:t>
            </a:r>
            <a:endParaRPr sz="2000" dirty="0">
              <a:latin typeface="+mj-lt"/>
            </a:endParaRPr>
          </a:p>
        </p:txBody>
      </p:sp>
      <p:sp>
        <p:nvSpPr>
          <p:cNvPr id="32" name="Text Placeholder 41">
            <a:extLst>
              <a:ext uri="{FF2B5EF4-FFF2-40B4-BE49-F238E27FC236}">
                <a16:creationId xmlns:a16="http://schemas.microsoft.com/office/drawing/2014/main" id="{72ED8728-0CE1-142A-7DC7-0A3BD32490BB}"/>
              </a:ext>
            </a:extLst>
          </p:cNvPr>
          <p:cNvSpPr txBox="1">
            <a:spLocks/>
          </p:cNvSpPr>
          <p:nvPr/>
        </p:nvSpPr>
        <p:spPr>
          <a:xfrm>
            <a:off x="6344266" y="2677446"/>
            <a:ext cx="2359901" cy="2534573"/>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fontAlgn="t">
              <a:lnSpc>
                <a:spcPct val="110000"/>
              </a:lnSpc>
              <a:spcAft>
                <a:spcPts val="600"/>
              </a:spcAft>
              <a:buNone/>
            </a:pPr>
            <a:r>
              <a:rPr lang="en-US" sz="1600" b="0" i="0" u="none" dirty="0">
                <a:latin typeface="Bahnschrift SemiLight"/>
              </a:rPr>
              <a:t>Use </a:t>
            </a:r>
            <a:r>
              <a:rPr lang="en-US" sz="1600" b="0" i="0" u="none" dirty="0" err="1">
                <a:latin typeface="Bahnschrift SemiLight"/>
              </a:rPr>
              <a:t>distroless</a:t>
            </a:r>
            <a:r>
              <a:rPr lang="en-US" sz="1600" b="0" i="0" u="none" dirty="0">
                <a:latin typeface="Bahnschrift SemiLight"/>
              </a:rPr>
              <a:t> in production environments that require a minimal runtime footprint and a leaner deployment artifact.</a:t>
            </a:r>
            <a:endParaRPr sz="1600" dirty="0"/>
          </a:p>
        </p:txBody>
      </p:sp>
      <p:sp>
        <p:nvSpPr>
          <p:cNvPr id="24" name="Text Placeholder 37">
            <a:extLst>
              <a:ext uri="{FF2B5EF4-FFF2-40B4-BE49-F238E27FC236}">
                <a16:creationId xmlns:a16="http://schemas.microsoft.com/office/drawing/2014/main" id="{677493D6-B43A-2AF0-7DC7-2FEF0E376C4E}"/>
              </a:ext>
            </a:extLst>
          </p:cNvPr>
          <p:cNvSpPr txBox="1">
            <a:spLocks/>
          </p:cNvSpPr>
          <p:nvPr/>
        </p:nvSpPr>
        <p:spPr>
          <a:xfrm>
            <a:off x="6400228" y="5282558"/>
            <a:ext cx="2251271" cy="1070318"/>
          </a:xfrm>
          <a:prstGeom prst="rect">
            <a:avLst/>
          </a:prstGeom>
          <a:solidFill>
            <a:schemeClr val="accent3"/>
          </a:solidFill>
        </p:spPr>
        <p:txBody>
          <a:bodyPr vert="horz" lIns="91440" tIns="45720" rIns="91440" bIns="4572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Prod-ready</a:t>
            </a:r>
            <a:endParaRPr sz="1800">
              <a:solidFill>
                <a:schemeClr val="bg1"/>
              </a:solidFill>
            </a:endParaRPr>
          </a:p>
        </p:txBody>
      </p:sp>
      <p:sp>
        <p:nvSpPr>
          <p:cNvPr id="58" name="Rectangle 57">
            <a:extLst>
              <a:ext uri="{FF2B5EF4-FFF2-40B4-BE49-F238E27FC236}">
                <a16:creationId xmlns:a16="http://schemas.microsoft.com/office/drawing/2014/main" id="{8FDF27B5-02BB-DF4D-8F04-1D1B66A18CC3}"/>
              </a:ext>
            </a:extLst>
          </p:cNvPr>
          <p:cNvSpPr/>
          <p:nvPr/>
        </p:nvSpPr>
        <p:spPr>
          <a:xfrm>
            <a:off x="9256570" y="1814621"/>
            <a:ext cx="2249424" cy="10972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42" name="Text Placeholder 42">
            <a:extLst>
              <a:ext uri="{FF2B5EF4-FFF2-40B4-BE49-F238E27FC236}">
                <a16:creationId xmlns:a16="http://schemas.microsoft.com/office/drawing/2014/main" id="{7C86CD24-B0A3-6B30-6B22-D6FBD3D39FBF}"/>
              </a:ext>
            </a:extLst>
          </p:cNvPr>
          <p:cNvSpPr txBox="1">
            <a:spLocks/>
          </p:cNvSpPr>
          <p:nvPr/>
        </p:nvSpPr>
        <p:spPr>
          <a:xfrm>
            <a:off x="9198966" y="1953922"/>
            <a:ext cx="2459634" cy="502920"/>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600"/>
              </a:spcAft>
              <a:buNone/>
            </a:pPr>
            <a:r>
              <a:rPr lang="en-US" sz="2000" b="0" i="0" u="none" cap="all" dirty="0">
                <a:latin typeface="Bahnschrift SemiLight"/>
              </a:rPr>
              <a:t>DEBUGGING MODEL</a:t>
            </a:r>
            <a:endParaRPr sz="2000" dirty="0">
              <a:latin typeface="+mj-lt"/>
            </a:endParaRPr>
          </a:p>
        </p:txBody>
      </p:sp>
      <p:sp>
        <p:nvSpPr>
          <p:cNvPr id="34" name="Text Placeholder 42">
            <a:extLst>
              <a:ext uri="{FF2B5EF4-FFF2-40B4-BE49-F238E27FC236}">
                <a16:creationId xmlns:a16="http://schemas.microsoft.com/office/drawing/2014/main" id="{A527A5E5-DBF6-FD45-DC03-A35B5BE5C193}"/>
              </a:ext>
            </a:extLst>
          </p:cNvPr>
          <p:cNvSpPr txBox="1">
            <a:spLocks/>
          </p:cNvSpPr>
          <p:nvPr/>
        </p:nvSpPr>
        <p:spPr>
          <a:xfrm>
            <a:off x="9198966" y="2677445"/>
            <a:ext cx="2459634" cy="2294073"/>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fontAlgn="t">
              <a:lnSpc>
                <a:spcPct val="110000"/>
              </a:lnSpc>
              <a:spcAft>
                <a:spcPts val="600"/>
              </a:spcAft>
              <a:buNone/>
            </a:pPr>
            <a:r>
              <a:rPr lang="en-US" sz="1600" b="0" i="0" u="none" dirty="0">
                <a:latin typeface="Bahnschrift SemiLight"/>
              </a:rPr>
              <a:t>Choose </a:t>
            </a:r>
            <a:r>
              <a:rPr lang="en-US" sz="1600" b="0" i="0" u="none" dirty="0" err="1">
                <a:latin typeface="Bahnschrift SemiLight"/>
              </a:rPr>
              <a:t>distroless</a:t>
            </a:r>
            <a:r>
              <a:rPr lang="en-US" sz="1600" b="0" i="0" u="none" dirty="0">
                <a:latin typeface="Bahnschrift SemiLight"/>
              </a:rPr>
              <a:t> when debugging can be handled externally rather than inside the container itself.</a:t>
            </a:r>
            <a:endParaRPr sz="1600" dirty="0"/>
          </a:p>
        </p:txBody>
      </p:sp>
      <p:sp>
        <p:nvSpPr>
          <p:cNvPr id="26" name="Text Placeholder 38">
            <a:extLst>
              <a:ext uri="{FF2B5EF4-FFF2-40B4-BE49-F238E27FC236}">
                <a16:creationId xmlns:a16="http://schemas.microsoft.com/office/drawing/2014/main" id="{B239644D-5B80-FE8D-8A24-CEC33D5AD5A0}"/>
              </a:ext>
            </a:extLst>
          </p:cNvPr>
          <p:cNvSpPr txBox="1">
            <a:spLocks/>
          </p:cNvSpPr>
          <p:nvPr/>
        </p:nvSpPr>
        <p:spPr>
          <a:xfrm>
            <a:off x="9254929" y="5282558"/>
            <a:ext cx="2251271" cy="1070318"/>
          </a:xfrm>
          <a:prstGeom prst="rect">
            <a:avLst/>
          </a:prstGeom>
          <a:solidFill>
            <a:schemeClr val="accent4"/>
          </a:solidFill>
        </p:spPr>
        <p:txBody>
          <a:bodyPr anchor="ct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Debug outside</a:t>
            </a:r>
            <a:endParaRPr sz="1800">
              <a:solidFill>
                <a:schemeClr val="bg1"/>
              </a:solidFill>
            </a:endParaRPr>
          </a:p>
        </p:txBody>
      </p:sp>
    </p:spTree>
    <p:extLst>
      <p:ext uri="{BB962C8B-B14F-4D97-AF65-F5344CB8AC3E}">
        <p14:creationId xmlns:p14="http://schemas.microsoft.com/office/powerpoint/2010/main" val="3434426172"/>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 example 2 compressed_win32_v2" id="{523B8860-E868-457D-9A37-FCB641AD6F61}" vid="{02BDDB9D-0298-4559-81D0-AB189F174B3C}"/>
    </a:ext>
  </a:extLst>
</a:theme>
</file>

<file path=docMetadata/LabelInfo.xml><?xml version="1.0" encoding="utf-8"?>
<clbl:labelList xmlns:clbl="http://schemas.microsoft.com/office/2020/mipLabelMetadata">
  <clbl:label id="{0359f705-2ba0-454b-9cfc-6ce5bcaac040}" enabled="1" method="Standard" siteId="{68283f3b-8487-4c86-adb3-a5228f18b893}" removed="0"/>
</clbl:labelList>
</file>

<file path=docProps/app.xml><?xml version="1.0" encoding="utf-8"?>
<Properties xmlns="http://schemas.openxmlformats.org/officeDocument/2006/extended-properties" xmlns:vt="http://schemas.openxmlformats.org/officeDocument/2006/docPropsVTypes">
  <TotalTime>0</TotalTime>
  <Words>411</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Bahnschrift SemiLight</vt:lpstr>
      <vt:lpstr>Blockwork elegance</vt:lpstr>
      <vt:lpstr>DOCKER  multistage | DISTROLESS IMAGES</vt:lpstr>
      <vt:lpstr>WHY CONTAINER SIZE AND SECURITY MATTER</vt:lpstr>
      <vt:lpstr>WHAT MULTI-STAGE DOCKER BUILDS ARE</vt:lpstr>
      <vt:lpstr>HOW MULTI-STAGE BUILDS WORK</vt:lpstr>
      <vt:lpstr>WHAT DISTROLESS IMAGES ARE</vt:lpstr>
      <vt:lpstr>BENEFITS AND TRADE-OFFS OF DISTROLESS IMAGES</vt:lpstr>
      <vt:lpstr>EXAMPLE: MULTI-STAGE BUILD WITH A DISTROLESS RUNTIME</vt:lpstr>
      <vt:lpstr>WHEN TO USE EACH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Deepali Dhebe, Vodafone</dc:creator>
  <cp:lastModifiedBy>Deepali Dhebe, Vodafone</cp:lastModifiedBy>
  <cp:revision>1</cp:revision>
  <dcterms:created xsi:type="dcterms:W3CDTF">2026-05-15T07:25:23Z</dcterms:created>
  <dcterms:modified xsi:type="dcterms:W3CDTF">2026-05-15T08:23:20Z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Blockwork elegance:8</vt:lpwstr>
  </property>
  <property fmtid="{D5CDD505-2E9C-101B-9397-08002B2CF9AE}" pid="3" name="ClassificationContentMarkingFooterText">
    <vt:lpwstr>C2 General</vt:lpwstr>
  </property>
</Properties>
</file>